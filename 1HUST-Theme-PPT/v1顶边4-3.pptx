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8" r:id="rId3"/>
    <p:sldId id="260" r:id="rId4"/>
    <p:sldId id="266" r:id="rId5"/>
    <p:sldId id="262" r:id="rId6"/>
    <p:sldId id="259" r:id="rId7"/>
    <p:sldId id="261" r:id="rId8"/>
    <p:sldId id="264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DFF"/>
    <a:srgbClr val="E1DFE2"/>
    <a:srgbClr val="5C30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86370"/>
  </p:normalViewPr>
  <p:slideViewPr>
    <p:cSldViewPr snapToGrid="0" snapToObjects="1">
      <p:cViewPr varScale="1">
        <p:scale>
          <a:sx n="109" d="100"/>
          <a:sy n="109" d="100"/>
        </p:scale>
        <p:origin x="4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63" d="100"/>
          <a:sy n="63" d="100"/>
        </p:scale>
        <p:origin x="1977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3F4E8F40-C7F6-A701-61F1-5ED89E53B1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1C22C3-7209-0A0A-70B1-5782867378E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B6AF6C-110C-41AE-9FA9-A82250C7089D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77BD83-6BF0-6CDE-A03D-56623E8D0E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CB66B27-37C3-D486-3F38-7A2083BA23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44B6F1-29CF-4DE9-8F86-4AA9859035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0184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99673D-D7DD-324D-BAE5-739AF5E90082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1DBF47-4361-1A4F-8B64-2383D122BB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0451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1DBF47-4361-1A4F-8B64-2383D122BBB4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9957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512712"/>
            <a:ext cx="9144000" cy="2561008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9420" y="1731653"/>
            <a:ext cx="8245162" cy="2123126"/>
          </a:xfrm>
          <a:prstGeom prst="rect">
            <a:avLst/>
          </a:prstGeom>
          <a:ln>
            <a:solidFill/>
          </a:ln>
          <a:effectLst/>
        </p:spPr>
        <p:txBody>
          <a:bodyPr anchor="ctr">
            <a:normAutofit/>
          </a:bodyPr>
          <a:lstStyle>
            <a:lvl1pPr algn="ctr">
              <a:defRPr lang="en-US" altLang="en-US" sz="2700" b="0" kern="1200" cap="none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4194263"/>
            <a:ext cx="8245160" cy="1340999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500" cap="none" baseline="0">
                <a:solidFill>
                  <a:schemeClr val="accent2"/>
                </a:solidFill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单击此处编辑母版副标题样式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D6A96071-85E3-FB4A-B7FD-49F6A15E05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04465" y="5956140"/>
            <a:ext cx="2133599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F6B3DBF-5E42-AA4C-B898-DFDFCECF7D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5895" y="5951814"/>
            <a:ext cx="5187908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4670A90-2399-EA40-92E1-D95D03160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18726" y="5956140"/>
            <a:ext cx="789383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D7705A5-3B5F-2DDD-6EEA-FE2C5E1D3B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8988" y="257638"/>
            <a:ext cx="3223846" cy="755992"/>
          </a:xfrm>
          <a:prstGeom prst="rect">
            <a:avLst/>
          </a:prstGeom>
          <a:ln>
            <a:solidFill/>
          </a:ln>
        </p:spPr>
      </p:pic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6" y="2180499"/>
            <a:ext cx="8272211" cy="3678303"/>
          </a:xfrm>
          <a:ln>
            <a:solidFill/>
          </a:ln>
        </p:spPr>
        <p:txBody>
          <a:bodyPr/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6" y="5956140"/>
            <a:ext cx="78938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327CEA6-4B56-C94A-8C3A-41BC27933DA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>
            <a:extLst>
              <a:ext uri="{FF2B5EF4-FFF2-40B4-BE49-F238E27FC236}">
                <a16:creationId xmlns:a16="http://schemas.microsoft.com/office/drawing/2014/main" id="{712CA51D-FD70-C947-AA2A-7D31051F37F6}"/>
              </a:ext>
            </a:extLst>
          </p:cNvPr>
          <p:cNvSpPr>
            <a:spLocks noChangeAspect="1"/>
          </p:cNvSpPr>
          <p:nvPr userDrawn="1"/>
        </p:nvSpPr>
        <p:spPr>
          <a:xfrm>
            <a:off x="2" y="0"/>
            <a:ext cx="2616005" cy="6858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6" y="5956140"/>
            <a:ext cx="78938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05C3A77-996F-D547-A946-FD706C8E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18" y="1964075"/>
            <a:ext cx="2243568" cy="2929850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ctr">
              <a:defRPr sz="2700"/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6EA75F0-3C7C-6E4E-BC95-17186F799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8218" y="1137358"/>
            <a:ext cx="4549889" cy="4583289"/>
          </a:xfrm>
          <a:ln>
            <a:solidFill/>
          </a:ln>
        </p:spPr>
        <p:txBody>
          <a:bodyPr anchor="ctr">
            <a:normAutofit/>
          </a:bodyPr>
          <a:lstStyle>
            <a:lvl1pPr algn="l">
              <a:defRPr sz="2400"/>
            </a:lvl1pPr>
            <a:lvl2pPr algn="l">
              <a:defRPr sz="2400"/>
            </a:lvl2pPr>
            <a:lvl3pPr algn="l">
              <a:defRPr sz="1800"/>
            </a:lvl3pPr>
            <a:lvl4pPr algn="l">
              <a:defRPr sz="1400"/>
            </a:lvl4pPr>
            <a:lvl5pPr algn="l">
              <a:defRPr sz="1400"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18DA6C6-6FE3-4AB4-6A78-9781933EA6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000" y="90000"/>
            <a:ext cx="1280364" cy="97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0" y="5141977"/>
            <a:ext cx="9144000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F04CE6E-5DB0-2CC3-ADC0-D9F9DF2AE1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35592" y="5263200"/>
            <a:ext cx="1280364" cy="9717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3043913"/>
            <a:ext cx="8272211" cy="1497507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2700" b="0" cap="none" baseline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  <a:ln>
            <a:solidFill/>
          </a:ln>
        </p:spPr>
        <p:txBody>
          <a:bodyPr anchor="t">
            <a:normAutofit/>
          </a:bodyPr>
          <a:lstStyle>
            <a:lvl1pPr marL="0" indent="0" algn="l">
              <a:buNone/>
              <a:defRPr sz="1350" cap="none" baseline="0">
                <a:solidFill>
                  <a:schemeClr val="accent2"/>
                </a:solidFill>
              </a:defRPr>
            </a:lvl1pPr>
            <a:lvl2pPr marL="342892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6" y="2228004"/>
            <a:ext cx="4066793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2228004"/>
            <a:ext cx="4066794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3EA1D8C-CB04-5C4C-8337-237D7C0AFC8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6" y="2250895"/>
            <a:ext cx="3815306" cy="536005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3" y="2250895"/>
            <a:ext cx="3815305" cy="553373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3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002AA2A-A9DB-EB4C-B727-D6BE1D7C66CD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44D2424-5CD8-4040-A536-A33570ABDC78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1DAF1E9-59CF-2D42-8740-6D200FC4192A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1"/>
            <a:ext cx="151349" cy="6858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>
            <a:extLst>
              <a:ext uri="{FF2B5EF4-FFF2-40B4-BE49-F238E27FC236}">
                <a16:creationId xmlns:a16="http://schemas.microsoft.com/office/drawing/2014/main" id="{001B2277-AA70-E141-BC48-4D053E71C76E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5141977"/>
            <a:ext cx="9144000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CA746D5-1F71-9B36-DF3E-BC17752964E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35592" y="5263200"/>
            <a:ext cx="1280364" cy="9717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2296"/>
            <a:ext cx="3682084" cy="605653"/>
          </a:xfrm>
          <a:prstGeom prst="rect">
            <a:avLst/>
          </a:prstGeom>
          <a:ln>
            <a:solidFill/>
          </a:ln>
        </p:spPr>
        <p:txBody>
          <a:bodyPr anchor="ctr">
            <a:noAutofit/>
          </a:bodyPr>
          <a:lstStyle>
            <a:lvl1pPr algn="l">
              <a:defRPr sz="2000" b="0">
                <a:solidFill>
                  <a:schemeClr val="bg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601200"/>
            <a:ext cx="8469630" cy="4204800"/>
          </a:xfrm>
          <a:ln>
            <a:solidFill/>
          </a:ln>
        </p:spPr>
        <p:txBody>
          <a:bodyPr anchor="ctr">
            <a:normAutofit/>
          </a:bodyPr>
          <a:lstStyle>
            <a:lvl1pPr>
              <a:buClr>
                <a:srgbClr val="004B83"/>
              </a:buClr>
              <a:defRPr sz="1500">
                <a:solidFill>
                  <a:schemeClr val="tx2"/>
                </a:solidFill>
              </a:defRPr>
            </a:lvl1pPr>
            <a:lvl2pPr>
              <a:buClr>
                <a:srgbClr val="004B83"/>
              </a:buClr>
              <a:defRPr sz="1350">
                <a:solidFill>
                  <a:schemeClr val="tx2"/>
                </a:solidFill>
              </a:defRPr>
            </a:lvl2pPr>
            <a:lvl3pPr>
              <a:buClr>
                <a:srgbClr val="004B83"/>
              </a:buClr>
              <a:defRPr sz="1200">
                <a:solidFill>
                  <a:schemeClr val="tx2"/>
                </a:solidFill>
              </a:defRPr>
            </a:lvl3pPr>
            <a:lvl4pPr>
              <a:buClr>
                <a:srgbClr val="004B83"/>
              </a:buClr>
              <a:defRPr sz="1050">
                <a:solidFill>
                  <a:schemeClr val="tx2"/>
                </a:solidFill>
              </a:defRPr>
            </a:lvl4pPr>
            <a:lvl5pPr>
              <a:buClr>
                <a:srgbClr val="004B83"/>
              </a:buCl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9" y="5262300"/>
            <a:ext cx="3532445" cy="605650"/>
          </a:xfrm>
          <a:ln>
            <a:solidFill/>
          </a:ln>
        </p:spPr>
        <p:txBody>
          <a:bodyPr anchor="ctr"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825"/>
            </a:lvl2pPr>
            <a:lvl3pPr marL="685783" indent="0">
              <a:buNone/>
              <a:defRPr sz="750"/>
            </a:lvl3pPr>
            <a:lvl4pPr marL="1028675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8" indent="0">
              <a:buNone/>
              <a:defRPr sz="675"/>
            </a:lvl7pPr>
            <a:lvl8pPr marL="2400240" indent="0">
              <a:buNone/>
              <a:defRPr sz="675"/>
            </a:lvl8pPr>
            <a:lvl9pPr marL="2743132" indent="0">
              <a:buNone/>
              <a:defRPr sz="675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599725"/>
            <a:ext cx="8468144" cy="3557252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892" indent="0">
              <a:buNone/>
              <a:defRPr sz="1200"/>
            </a:lvl2pPr>
            <a:lvl3pPr marL="685783" indent="0">
              <a:buNone/>
              <a:defRPr sz="1200"/>
            </a:lvl3pPr>
            <a:lvl4pPr marL="1028675" indent="0">
              <a:buNone/>
              <a:defRPr sz="1200"/>
            </a:lvl4pPr>
            <a:lvl5pPr marL="1371566" indent="0">
              <a:buNone/>
              <a:defRPr sz="1200"/>
            </a:lvl5pPr>
            <a:lvl6pPr marL="1714457" indent="0">
              <a:buNone/>
              <a:defRPr sz="1200"/>
            </a:lvl6pPr>
            <a:lvl7pPr marL="2057348" indent="0">
              <a:buNone/>
              <a:defRPr sz="1200"/>
            </a:lvl7pPr>
            <a:lvl8pPr marL="2400240" indent="0">
              <a:buNone/>
              <a:defRPr sz="1200"/>
            </a:lvl8pPr>
            <a:lvl9pPr marL="2743132" indent="0">
              <a:buNone/>
              <a:defRPr sz="1200"/>
            </a:lvl9pPr>
          </a:lstStyle>
          <a:p>
            <a:pPr>
              <a:defRPr>
                <a:solidFill/>
              </a:defRPr>
            </a:pPr>
            <a:r>
              <a:rPr lang="zh-CN" altLang="en-US">
                <a:solidFill/>
              </a:rPr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30"/>
            <a:ext cx="8272213" cy="598671"/>
          </a:xfrm>
          <a:ln>
            <a:solidFill/>
          </a:ln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892" indent="0">
              <a:buNone/>
              <a:defRPr sz="900"/>
            </a:lvl2pPr>
            <a:lvl3pPr marL="685783" indent="0">
              <a:buNone/>
              <a:defRPr sz="750"/>
            </a:lvl3pPr>
            <a:lvl4pPr marL="1028675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8" indent="0">
              <a:buNone/>
              <a:defRPr sz="675"/>
            </a:lvl7pPr>
            <a:lvl8pPr marL="2400240" indent="0">
              <a:buNone/>
              <a:defRPr sz="675"/>
            </a:lvl8pPr>
            <a:lvl9pPr marL="2743132" indent="0">
              <a:buNone/>
              <a:defRPr sz="675"/>
            </a:lvl9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52075E8-AF1D-904C-94C1-FC4415AEDE22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1"/>
            <a:ext cx="151349" cy="6858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ln>
            <a:solidFill/>
          </a:ln>
        </p:spPr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EFC0135-3847-5245-B840-AA4191BB8D5D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0"/>
            <a:ext cx="2514599" cy="6858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675729"/>
            <a:ext cx="5922209" cy="5183073"/>
          </a:xfrm>
          <a:ln>
            <a:solidFill/>
          </a:ln>
        </p:spPr>
        <p:txBody>
          <a:bodyPr vert="eaVert" anchor="t"/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6" y="5956140"/>
            <a:ext cx="996106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4" y="5951814"/>
            <a:ext cx="592220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3" y="5956140"/>
            <a:ext cx="727843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9706EF5-FEAA-93DA-6C6B-FD4FBDA046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35592" y="86349"/>
            <a:ext cx="1280364" cy="971797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5256" y="675729"/>
            <a:ext cx="1387269" cy="5183073"/>
          </a:xfrm>
          <a:prstGeom prst="rect">
            <a:avLst/>
          </a:prstGeom>
          <a:ln>
            <a:solidFill/>
          </a:ln>
        </p:spPr>
        <p:txBody>
          <a:bodyPr vert="eaVert" anchor="b"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rgbClr val="E1DFE2"/>
            </a:gs>
            <a:gs pos="50000">
              <a:schemeClr val="bg1">
                <a:lumMod val="95000"/>
              </a:schemeClr>
            </a:gs>
            <a:gs pos="100000">
              <a:srgbClr val="E1DFE2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>
            <a:extLst>
              <a:ext uri="{FF2B5EF4-FFF2-40B4-BE49-F238E27FC236}">
                <a16:creationId xmlns:a16="http://schemas.microsoft.com/office/drawing/2014/main" id="{D2BB52D3-7EE7-624D-A686-4D1AE1F2C9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000" cy="1189298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F8FF005-1820-9C94-5464-A1890602452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835592" y="86349"/>
            <a:ext cx="1280364" cy="971797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2336003"/>
            <a:ext cx="8272212" cy="3522794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5" y="5956140"/>
            <a:ext cx="2133599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2026/1/18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5" y="5951814"/>
            <a:ext cx="5187908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6" y="5956140"/>
            <a:ext cx="789383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27018390-25F4-D64E-878B-24CA2E1122C5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6612003"/>
            <a:ext cx="9144000" cy="24599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2783" y="87749"/>
            <a:ext cx="7836797" cy="1015200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342892" rtl="0" eaLnBrk="1" latinLnBrk="0" hangingPunct="1">
        <a:spcBef>
          <a:spcPct val="0"/>
        </a:spcBef>
        <a:buNone/>
        <a:defRPr sz="2100" b="0" kern="1200" cap="none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494" indent="-229494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488" indent="-229494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4984" indent="-202495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477" indent="-17549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470" indent="-17549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4965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49959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4954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099948" indent="-171446" algn="l" defTabSz="342892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342892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LSTM-zhul/HUST-PP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LSTM-zhul/HUST-PP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5C4A8A-A46B-8D41-8F44-8C17E1B63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华科简约主题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</a:t>
            </a:r>
            <a:br>
              <a:rPr kumimoji="1" lang="en-US" altLang="zh-CN" dirty="0"/>
            </a:br>
            <a:r>
              <a:rPr kumimoji="1" lang="zh-CN" altLang="en-US" dirty="0">
                <a:solidFill/>
              </a:rPr>
              <a:t>顶边风格 </a:t>
            </a:r>
            <a:r>
              <a:rPr kumimoji="1" lang="en-US" altLang="zh-CN" dirty="0">
                <a:solidFill/>
              </a:rPr>
              <a:t>4:3</a:t>
            </a: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B7C49AC-161B-B74A-A7A2-0878EABB0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solidFill/>
          </a:ln>
        </p:spPr>
        <p:txBody>
          <a:bodyPr>
            <a:normAutofit/>
          </a:bodyPr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zhul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东五楼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2026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>
                <a:solidFill/>
              </a:rPr>
              <a:t>1</a:t>
            </a:r>
            <a:r>
              <a:rPr kumimoji="1" lang="en-US" altLang="zh-CN" dirty="0">
                <a:solidFill/>
              </a:rPr>
              <a:t>8</a:t>
            </a:r>
            <a:r>
              <a:rPr kumimoji="1" lang="zh-CN" altLang="en-US">
                <a:solidFill/>
              </a:rPr>
              <a:t>日</a:t>
            </a:r>
            <a:endParaRPr kumimoji="1" lang="zh-CN" altLang="en-US" dirty="0">
              <a:solidFill/>
            </a:endParaRPr>
          </a:p>
        </p:txBody>
      </p:sp>
    </p:spTree>
    <p:extLst>
      <p:ext uri="{BB962C8B-B14F-4D97-AF65-F5344CB8AC3E}">
        <p14:creationId xmlns:p14="http://schemas.microsoft.com/office/powerpoint/2010/main" val="311577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目录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这里可以写你的目录内容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二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三</a:t>
            </a:r>
          </a:p>
        </p:txBody>
      </p:sp>
    </p:spTree>
    <p:extLst>
      <p:ext uri="{BB962C8B-B14F-4D97-AF65-F5344CB8AC3E}">
        <p14:creationId xmlns:p14="http://schemas.microsoft.com/office/powerpoint/2010/main" val="4156878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10E1DE6-4AA7-1948-9434-A4F23538515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在</a:t>
            </a:r>
            <a:r>
              <a:rPr kumimoji="1" lang="en-US" altLang="zh-CN" dirty="0">
                <a:solidFill/>
              </a:rPr>
              <a:t>PowerPoint</a:t>
            </a:r>
            <a:r>
              <a:rPr kumimoji="1" lang="zh-CN" altLang="en-US" dirty="0">
                <a:solidFill/>
              </a:rPr>
              <a:t>的新建幻灯片的选项卡里，可以自己选择合适的页面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本华科主题模板实际上编辑了幻灯片母版，使图案和配色固定下来，使用时可类似于使用</a:t>
            </a:r>
            <a:r>
              <a:rPr kumimoji="1" lang="en-US" altLang="zh-CN" dirty="0">
                <a:solidFill/>
              </a:rPr>
              <a:t>office</a:t>
            </a:r>
            <a:r>
              <a:rPr kumimoji="1" lang="zh-CN" altLang="en-US" dirty="0">
                <a:solidFill/>
              </a:rPr>
              <a:t>自带模板一样不必为模板细节操心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如果需要定制，可自行编辑幻灯片母版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这个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模板来自：</a:t>
            </a:r>
            <a:r>
              <a:rPr kumimoji="1" lang="en-US" altLang="zh-CN" dirty="0">
                <a:solidFill/>
                <a:hlinkClick r:id="rId3"/>
              </a:rPr>
              <a:t>https://github.com/LSTM-zhul/HUST-PPT</a:t>
            </a:r>
            <a:endParaRPr kumimoji="1" lang="en-US" altLang="zh-CN" dirty="0"/>
          </a:p>
          <a:p>
            <a:pPr lvl="1">
              <a:defRPr>
                <a:solidFill/>
              </a:defRPr>
            </a:pPr>
            <a:r>
              <a:rPr kumimoji="1" lang="zh-CN" altLang="en-US" dirty="0">
                <a:solidFill/>
              </a:rPr>
              <a:t>如果大家喜欢，欢迎给我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，也欢迎</a:t>
            </a:r>
            <a:r>
              <a:rPr kumimoji="1" lang="en-US" altLang="zh-CN" dirty="0">
                <a:solidFill/>
              </a:rPr>
              <a:t>PR</a:t>
            </a:r>
            <a:r>
              <a:rPr kumimoji="1" lang="zh-CN" altLang="en-US" dirty="0">
                <a:solidFill/>
              </a:rPr>
              <a:t>贡献更多变体！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3FF93AD-B291-5347-AC70-D7287ABA5C8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使用方法</a:t>
            </a:r>
          </a:p>
        </p:txBody>
      </p:sp>
    </p:spTree>
    <p:extLst>
      <p:ext uri="{BB962C8B-B14F-4D97-AF65-F5344CB8AC3E}">
        <p14:creationId xmlns:p14="http://schemas.microsoft.com/office/powerpoint/2010/main" val="2771529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54EBCB47-E079-8145-ACD0-A7E22DA14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Foo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A4184C-CC2D-694B-9F25-182F7D3C3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东五楼又迎来了一批在籍毕业生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大模型 智能体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一行不够，两行充数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更多页面款式供你选！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  <a:hlinkClick r:id="rId2"/>
              </a:rPr>
              <a:t>https://github.com/LSTM-zhul/HUST-PPT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F4BA5D-7260-7C42-9521-BC1650AE8C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Bar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C24247E-BDFE-4545-BC58-B2351CD1E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" altLang="zh-CN" dirty="0">
                <a:solidFill/>
              </a:rPr>
              <a:t>Made by</a:t>
            </a:r>
            <a:r>
              <a:rPr kumimoji="1" lang="zh-CN" altLang="en-US" dirty="0">
                <a:solidFill/>
              </a:rPr>
              <a:t> </a:t>
            </a:r>
            <a:r>
              <a:rPr lang="en" altLang="zh-CN" dirty="0">
                <a:solidFill/>
              </a:rPr>
              <a:t>liang</a:t>
            </a:r>
            <a:r>
              <a:rPr lang="zh-CN" altLang="en-US" dirty="0">
                <a:solidFill/>
              </a:rPr>
              <a:t> </a:t>
            </a:r>
            <a:r>
              <a:rPr lang="en-US" altLang="zh-CN" dirty="0" err="1">
                <a:solidFill/>
              </a:rPr>
              <a:t>zhu</a:t>
            </a:r>
            <a:r>
              <a:rPr lang="zh-CN" altLang="en-US" dirty="0">
                <a:solidFill/>
              </a:rPr>
              <a:t> </a:t>
            </a:r>
            <a:r>
              <a:rPr kumimoji="1" lang="en" altLang="zh-CN" dirty="0">
                <a:solidFill/>
              </a:rPr>
              <a:t>from HUST </a:t>
            </a:r>
          </a:p>
          <a:p>
            <a:pPr>
              <a:defRPr>
                <a:solidFill/>
              </a:defRPr>
            </a:pPr>
            <a:r>
              <a:rPr lang="en-US" altLang="zh-CN" dirty="0">
                <a:solidFill/>
              </a:rPr>
              <a:t>LLM</a:t>
            </a:r>
            <a:r>
              <a:rPr lang="zh-CN" altLang="en-US" dirty="0">
                <a:solidFill/>
              </a:rPr>
              <a:t> </a:t>
            </a:r>
            <a:r>
              <a:rPr lang="en-US" altLang="zh-CN" dirty="0">
                <a:solidFill/>
              </a:rPr>
              <a:t>agent</a:t>
            </a:r>
          </a:p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zhul</a:t>
            </a:r>
            <a:r>
              <a:rPr kumimoji="1" lang="zh-CN" altLang="en-US" dirty="0">
                <a:solidFill/>
              </a:rPr>
              <a:t>做了一个清净的主题模板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欢迎大家</a:t>
            </a:r>
            <a:r>
              <a:rPr kumimoji="1" lang="zh-CN" altLang="en-US" dirty="0">
                <a:solidFill/>
              </a:rPr>
              <a:t>广而传播使用！</a:t>
            </a:r>
            <a:endParaRPr kumimoji="1" lang="en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链接</a:t>
            </a:r>
            <a:r>
              <a:rPr kumimoji="1" lang="zh-CN" altLang="en-US" dirty="0">
                <a:solidFill/>
              </a:rPr>
              <a:t>点开之后颜色会有变化（欢迎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）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紫菘舍</a:t>
            </a:r>
            <a:endParaRPr kumimoji="1" lang="zh-CN" altLang="en-US" dirty="0">
              <a:solidFill/>
            </a:endParaRPr>
          </a:p>
        </p:txBody>
      </p:sp>
    </p:spTree>
    <p:extLst>
      <p:ext uri="{BB962C8B-B14F-4D97-AF65-F5344CB8AC3E}">
        <p14:creationId xmlns:p14="http://schemas.microsoft.com/office/powerpoint/2010/main" val="243183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D0B13F-42D2-8A44-A2CA-732B1A987CC5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可以使用的页面如上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BCEC49-30FC-484A-B809-CD53E899B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本页空白比较大，可以放图等内容</a:t>
            </a:r>
          </a:p>
        </p:txBody>
      </p:sp>
    </p:spTree>
    <p:extLst>
      <p:ext uri="{BB962C8B-B14F-4D97-AF65-F5344CB8AC3E}">
        <p14:creationId xmlns:p14="http://schemas.microsoft.com/office/powerpoint/2010/main" val="736997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C4BB7B-3953-EC47-A0EB-2FE48D54AF5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下一个章节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756719-6C6D-A144-880F-C329C26FB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我们需要进入一些</a:t>
            </a:r>
            <a:r>
              <a:rPr kumimoji="1" lang="en-US" altLang="zh-CN" dirty="0">
                <a:solidFill/>
              </a:rPr>
              <a:t>details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2186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31E0E24-E099-8B4F-8CA2-04B828D7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竖排文本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B2F21B7-6DD4-2240-86E2-0461F6090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这里还可以写一些竖排文本，效果大概是这样的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异构多智能体协同</a:t>
            </a:r>
          </a:p>
        </p:txBody>
      </p:sp>
    </p:spTree>
    <p:extLst>
      <p:ext uri="{BB962C8B-B14F-4D97-AF65-F5344CB8AC3E}">
        <p14:creationId xmlns:p14="http://schemas.microsoft.com/office/powerpoint/2010/main" val="2473258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感谢使用和支持！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9999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13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 dirty="0">
                <a:solidFill/>
              </a:rPr>
              <a:t>32</a:t>
            </a:r>
            <a:r>
              <a:rPr kumimoji="1" lang="zh-CN" altLang="en-US" dirty="0">
                <a:solidFill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3405114523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顶边-4:3">
  <a:themeElements>
    <a:clrScheme name="自定义 15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004B83"/>
      </a:accent1>
      <a:accent2>
        <a:srgbClr val="004B83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4035</TotalTime>
  <Words>261</Words>
  <Application>Microsoft Macintosh PowerPoint</Application>
  <PresentationFormat>全屏显示(4:3)</PresentationFormat>
  <Paragraphs>39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Gill Sans MT</vt:lpstr>
      <vt:lpstr>Wingdings 2</vt:lpstr>
      <vt:lpstr>清华简约主题-顶边-4:3</vt:lpstr>
      <vt:lpstr>华科简约主题PPT模板 顶边风格 4:3</vt:lpstr>
      <vt:lpstr>目录</vt:lpstr>
      <vt:lpstr>使用方法</vt:lpstr>
      <vt:lpstr>紫菘舍</vt:lpstr>
      <vt:lpstr>可以使用的页面如上</vt:lpstr>
      <vt:lpstr>下一个章节</vt:lpstr>
      <vt:lpstr>竖排文本</vt:lpstr>
      <vt:lpstr>感谢使用和支持！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朱亮</dc:creator>
  <cp:lastModifiedBy>亮 朱</cp:lastModifiedBy>
  <cp:revision>1256</cp:revision>
  <cp:lastPrinted>2020-04-04T02:50:47Z</cp:lastPrinted>
  <dcterms:created xsi:type="dcterms:W3CDTF">2020-01-04T07:43:38Z</dcterms:created>
  <dcterms:modified xsi:type="dcterms:W3CDTF">2026-01-18T03:30:56Z</dcterms:modified>
</cp:coreProperties>
</file>