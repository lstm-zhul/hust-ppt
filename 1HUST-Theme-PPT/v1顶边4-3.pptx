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60" r:id="rId4"/>
    <p:sldId id="266" r:id="rId5"/>
    <p:sldId id="262" r:id="rId6"/>
    <p:sldId id="259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4"/>
    <p:restoredTop sz="86364"/>
  </p:normalViewPr>
  <p:slideViewPr>
    <p:cSldViewPr snapToGrid="0" snapToObjects="1">
      <p:cViewPr>
        <p:scale>
          <a:sx n="97" d="100"/>
          <a:sy n="97" d="100"/>
        </p:scale>
        <p:origin x="1664" y="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1977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F4E8F40-C7F6-A701-61F1-5ED89E53B1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1C22C3-7209-0A0A-70B1-5782867378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6AF6C-110C-41AE-9FA9-A82250C7089D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77BD83-6BF0-6CDE-A03D-56623E8D0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B66B27-37C3-D486-3F38-7A2083BA2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4B6F1-29CF-4DE9-8F86-4AA98590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4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673D-D7DD-324D-BAE5-739AF5E90082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DBF47-4361-1A4F-8B64-2383D122BB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45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DBF47-4361-1A4F-8B64-2383D122BBB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995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9144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420" y="1731653"/>
            <a:ext cx="8245162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4194263"/>
            <a:ext cx="8245160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6A96071-85E3-FB4A-B7FD-49F6A15E0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6B3DBF-5E42-AA4C-B898-DFDFCECF7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4670A90-2399-EA40-92E1-D95D03160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7705A5-3B5F-2DDD-6EEA-FE2C5E1D3B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6" y="2180499"/>
            <a:ext cx="8272211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327CEA6-4B56-C94A-8C3A-41BC27933DA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2616005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18" y="1964075"/>
            <a:ext cx="224356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27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18" y="1137358"/>
            <a:ext cx="454988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400"/>
            </a:lvl2pPr>
            <a:lvl3pPr algn="l">
              <a:defRPr sz="18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8DA6C6-6FE3-4AB4-6A78-9781933EA6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00" y="90000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04CE6E-5DB0-2CC3-ADC0-D9F9DF2AE1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3043913"/>
            <a:ext cx="8272211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EA1D8C-CB04-5C4C-8337-237D7C0AFC8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02AA2A-A9DB-EB4C-B727-D6BE1D7C66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4D2424-5CD8-4040-A536-A33570ABDC7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A746D5-1F71-9B36-DF3E-BC17752964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2296"/>
            <a:ext cx="3682084" cy="605653"/>
          </a:xfrm>
          <a:prstGeom prst="rect">
            <a:avLst/>
          </a:prstGeom>
          <a:ln>
            <a:solidFill/>
          </a:ln>
        </p:spPr>
        <p:txBody>
          <a:bodyPr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buClr>
                <a:srgbClr val="004B83"/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rgbClr val="004B83"/>
              </a:buClr>
              <a:defRPr sz="1350">
                <a:solidFill>
                  <a:schemeClr val="tx2"/>
                </a:solidFill>
              </a:defRPr>
            </a:lvl2pPr>
            <a:lvl3pPr>
              <a:buClr>
                <a:srgbClr val="004B83"/>
              </a:buClr>
              <a:defRPr sz="1200">
                <a:solidFill>
                  <a:schemeClr val="tx2"/>
                </a:solidFill>
              </a:defRPr>
            </a:lvl3pPr>
            <a:lvl4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4pPr>
            <a:lvl5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9" y="5262300"/>
            <a:ext cx="3532445" cy="605650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825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1200"/>
            </a:lvl2pPr>
            <a:lvl3pPr marL="685783" indent="0">
              <a:buNone/>
              <a:defRPr sz="120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30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FC0135-3847-5245-B840-AA4191BB8D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0"/>
            <a:ext cx="25145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675729"/>
            <a:ext cx="592220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6" y="5956140"/>
            <a:ext cx="99610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4" y="5951814"/>
            <a:ext cx="592220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3" y="5956140"/>
            <a:ext cx="727843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706EF5-FEAA-93DA-6C6B-FD4FBDA046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56" y="675729"/>
            <a:ext cx="1387269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9144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8FF005-1820-9C94-5464-A1890602452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9144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2783" y="87749"/>
            <a:ext cx="7836797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342892" rtl="0" eaLnBrk="1" latinLnBrk="0" hangingPunct="1">
        <a:spcBef>
          <a:spcPct val="0"/>
        </a:spcBef>
        <a:buNone/>
        <a:defRPr sz="21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4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88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84" indent="-202495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77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70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965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59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54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48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STM-zhul/HUST-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/>
              <a:t>华科简约主题</a:t>
            </a:r>
            <a:r>
              <a:rPr kumimoji="1" lang="en-US" altLang="zh-CN"/>
              <a:t>PPT</a:t>
            </a:r>
            <a:r>
              <a:rPr kumimoji="1" lang="zh-CN" altLang="en-US"/>
              <a:t>模板</a:t>
            </a:r>
            <a:br>
              <a:rPr kumimoji="1" lang="en-US" altLang="zh-CN"/>
            </a:br>
            <a:r>
              <a:rPr kumimoji="1" lang="zh-CN" altLang="en-US"/>
              <a:t>顶边风格 </a:t>
            </a:r>
            <a:r>
              <a:rPr kumimoji="1" lang="en-US" altLang="zh-CN"/>
              <a:t>4:3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en-US" altLang="zh-CN">
                <a:solidFill/>
              </a:rPr>
              <a:t>zhul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东五楼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en-US" altLang="zh-CN">
                <a:solidFill/>
              </a:rPr>
              <a:t>2026</a:t>
            </a:r>
            <a:r>
              <a:rPr kumimoji="1" lang="zh-CN" altLang="en-US">
                <a:solidFill/>
              </a:rPr>
              <a:t>年</a:t>
            </a:r>
            <a:r>
              <a:rPr kumimoji="1" lang="en-US" altLang="zh-CN">
                <a:solidFill/>
              </a:rPr>
              <a:t>1</a:t>
            </a:r>
            <a:r>
              <a:rPr kumimoji="1" lang="zh-CN" altLang="en-US">
                <a:solidFill/>
              </a:rPr>
              <a:t>月</a:t>
            </a:r>
            <a:r>
              <a:rPr kumimoji="1" lang="en-US" altLang="zh-CN">
                <a:solidFill/>
              </a:rPr>
              <a:t>18</a:t>
            </a:r>
            <a:r>
              <a:rPr kumimoji="1" lang="zh-CN" altLang="en-US">
                <a:solidFill/>
              </a:rPr>
              <a:t>日</a:t>
            </a:r>
            <a:endParaRPr kumimoji="1" lang="zh-CN" altLang="en-US" dirty="0">
              <a:solidFill/>
            </a:endParaRPr>
          </a:p>
        </p:txBody>
      </p:sp>
    </p:spTree>
    <p:extLst>
      <p:ext uri="{BB962C8B-B14F-4D97-AF65-F5344CB8AC3E}">
        <p14:creationId xmlns:p14="http://schemas.microsoft.com/office/powerpoint/2010/main" val="311577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/>
              <a:t>目录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这里可以写你的目录内容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一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二</a:t>
            </a:r>
            <a:endParaRPr kumimoji="1" lang="en-US" altLang="zh-CN"/>
          </a:p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三</a:t>
            </a:r>
            <a:endParaRPr kumimoji="1" lang="zh-CN" altLang="en-US" dirty="0">
              <a:solidFill/>
            </a:endParaRPr>
          </a:p>
        </p:txBody>
      </p:sp>
    </p:spTree>
    <p:extLst>
      <p:ext uri="{BB962C8B-B14F-4D97-AF65-F5344CB8AC3E}">
        <p14:creationId xmlns:p14="http://schemas.microsoft.com/office/powerpoint/2010/main" val="415687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3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77152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大模型 智能体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 err="1">
                <a:solidFill/>
              </a:rPr>
              <a:t>zhu</a:t>
            </a:r>
            <a:r>
              <a:rPr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from HUST </a:t>
            </a: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LLM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agent</a:t>
            </a: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zhul</a:t>
            </a:r>
            <a:r>
              <a:rPr kumimoji="1" lang="zh-CN" altLang="en-US" dirty="0">
                <a:solidFill/>
              </a:rPr>
              <a:t>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紫菘舍</a:t>
            </a:r>
            <a:endParaRPr kumimoji="1" lang="zh-CN" altLang="en-US" dirty="0">
              <a:solidFill/>
            </a:endParaRPr>
          </a:p>
        </p:txBody>
      </p:sp>
    </p:spTree>
    <p:extLst>
      <p:ext uri="{BB962C8B-B14F-4D97-AF65-F5344CB8AC3E}">
        <p14:creationId xmlns:p14="http://schemas.microsoft.com/office/powerpoint/2010/main" val="24318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73699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18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47325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405114523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4:3">
  <a:themeElements>
    <a:clrScheme name="自定义 1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4041</TotalTime>
  <Words>260</Words>
  <Application>Microsoft Macintosh PowerPoint</Application>
  <PresentationFormat>全屏显示(4:3)</PresentationFormat>
  <Paragraphs>39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清华简约主题-顶边-4:3</vt:lpstr>
      <vt:lpstr>华科简约主题PPT模板 顶边风格 4:3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1262</cp:revision>
  <cp:lastPrinted>2020-04-04T02:50:47Z</cp:lastPrinted>
  <dcterms:created xsi:type="dcterms:W3CDTF">2020-01-04T07:43:38Z</dcterms:created>
  <dcterms:modified xsi:type="dcterms:W3CDTF">2026-01-21T03:31:59Z</dcterms:modified>
</cp:coreProperties>
</file>