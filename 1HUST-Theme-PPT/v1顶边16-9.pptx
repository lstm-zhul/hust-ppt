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8" r:id="rId3"/>
    <p:sldId id="260" r:id="rId4"/>
    <p:sldId id="267" r:id="rId5"/>
    <p:sldId id="262" r:id="rId6"/>
    <p:sldId id="259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92"/>
    <p:restoredTop sz="86370"/>
  </p:normalViewPr>
  <p:slideViewPr>
    <p:cSldViewPr snapToGrid="0" snapToObjects="1">
      <p:cViewPr varScale="1">
        <p:scale>
          <a:sx n="50" d="100"/>
          <a:sy n="50" d="100"/>
        </p:scale>
        <p:origin x="160" y="1440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807CA4-C594-3747-811D-AECABC927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0223C87-E140-FC47-8247-2D68FF33A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42ACB8-E538-4440-8190-A3204936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2649AC-D7AC-553A-2996-52D018996C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2206109-9F71-4FC5-B0CD-898EE1D43C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552" y="73045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A0E62274-98AF-2241-9A77-674A409D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EBDF014-FCAB-094A-9CD9-F9DA807C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B3E459E-725A-7C36-4518-4F6D7173D6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5277833"/>
            <a:ext cx="1280364" cy="971797"/>
          </a:xfrm>
          <a:prstGeom prst="rect">
            <a:avLst/>
          </a:prstGeom>
        </p:spPr>
      </p:pic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A392C9B-44C0-6644-BD6C-E143FA2F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943B4F-7DD9-1B4F-B557-A91CFB8F74E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B22468-F02A-F448-8B18-5B7757B695E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70DA6-1AF1-C940-AA73-A65453BE03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534494-0E97-30FE-76EF-BD6A845E51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5277833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3FAC5A-AE07-2149-BE0E-FF68E2AACCF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45914C7-3EB9-0996-9AF5-71CC8AE37D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71056" y="86400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E1DFE2"/>
            </a:gs>
            <a:gs pos="50000">
              <a:schemeClr val="bg1">
                <a:lumMod val="95000"/>
              </a:schemeClr>
            </a:gs>
            <a:gs pos="100000">
              <a:srgbClr val="E1DFE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05993B-0BC1-33DA-025E-E75BE557EA2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71056" y="86400"/>
            <a:ext cx="1280364" cy="9717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STM-zhul/HUST-PP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顶边风格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no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东五楼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171584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东五楼又迎来了第一批在籍毕业生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liang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 err="1">
                <a:solidFill/>
              </a:rPr>
              <a:t>zhu</a:t>
            </a:r>
            <a:r>
              <a:rPr kumimoji="1" lang="en" altLang="zh-CN" dirty="0">
                <a:solidFill/>
              </a:rPr>
              <a:t> from HUST </a:t>
            </a:r>
          </a:p>
          <a:p>
            <a:r>
              <a:rPr kumimoji="1" lang="en" altLang="zh-CN" dirty="0">
                <a:solidFill/>
              </a:rPr>
              <a:t>Heterogeneous</a:t>
            </a:r>
            <a:r>
              <a:rPr kumimoji="1" lang="zh-CN" altLang="en-US" dirty="0">
                <a:solidFill/>
              </a:rPr>
              <a:t> </a:t>
            </a:r>
            <a:r>
              <a:rPr kumimoji="1" lang="en-US" altLang="zh-CN" dirty="0">
                <a:solidFill/>
              </a:rPr>
              <a:t>multi-agents</a:t>
            </a:r>
            <a:endParaRPr kumimoji="1" lang="en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r>
              <a:rPr kumimoji="1" lang="zh-CN" altLang="en-US">
                <a:solidFill/>
              </a:rPr>
              <a:t> 做</a:t>
            </a:r>
            <a:r>
              <a:rPr kumimoji="1" lang="zh-CN" altLang="en-US" dirty="0">
                <a:solidFill/>
              </a:rPr>
              <a:t>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389966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399868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84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1215972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自定义 20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3982</TotalTime>
  <Words>261</Words>
  <Application>Microsoft Macintosh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清华简约主题-顶边-16:9</vt:lpstr>
      <vt:lpstr>华科简约主题PPT模板 顶边风格 16:9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1174</cp:revision>
  <cp:lastPrinted>2020-04-04T02:50:47Z</cp:lastPrinted>
  <dcterms:created xsi:type="dcterms:W3CDTF">2020-01-04T07:43:38Z</dcterms:created>
  <dcterms:modified xsi:type="dcterms:W3CDTF">2026-01-21T03:32:58Z</dcterms:modified>
</cp:coreProperties>
</file>