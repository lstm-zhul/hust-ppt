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1"/>
  </p:notesMasterIdLst>
  <p:sldIdLst>
    <p:sldId id="270" r:id="rId2"/>
    <p:sldId id="258" r:id="rId3"/>
    <p:sldId id="268" r:id="rId4"/>
    <p:sldId id="267" r:id="rId5"/>
    <p:sldId id="265" r:id="rId6"/>
    <p:sldId id="271" r:id="rId7"/>
    <p:sldId id="272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874"/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88"/>
    <p:restoredTop sz="86378"/>
  </p:normalViewPr>
  <p:slideViewPr>
    <p:cSldViewPr snapToGrid="0" snapToObjects="1">
      <p:cViewPr varScale="1">
        <p:scale>
          <a:sx n="99" d="100"/>
          <a:sy n="99" d="100"/>
        </p:scale>
        <p:origin x="192" y="792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7247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D8CDC32-572D-47A1-BA45-FD1522B5CEA1}"/>
              </a:ext>
            </a:extLst>
          </p:cNvPr>
          <p:cNvGrpSpPr/>
          <p:nvPr userDrawn="1"/>
        </p:nvGrpSpPr>
        <p:grpSpPr>
          <a:xfrm>
            <a:off x="599226" y="1732459"/>
            <a:ext cx="10993549" cy="1907212"/>
            <a:chOff x="599225" y="1732459"/>
            <a:chExt cx="10993549" cy="190721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736370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C216EDB-A291-4C86-911A-A3F95FDC0CF3}"/>
                </a:ext>
              </a:extLst>
            </p:cNvPr>
            <p:cNvSpPr/>
            <p:nvPr userDrawn="1"/>
          </p:nvSpPr>
          <p:spPr>
            <a:xfrm>
              <a:off x="599225" y="1732459"/>
              <a:ext cx="489346" cy="792000"/>
            </a:xfrm>
            <a:prstGeom prst="rect">
              <a:avLst/>
            </a:prstGeom>
            <a:solidFill>
              <a:srgbClr val="004B83"/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 dirty="0"/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FB8BDD-FC0A-384D-B32A-D2CC0933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A11234-2E12-B147-A4FF-3B498979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FFF194-7BE9-7440-90F5-0BA3D1B4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30AE285-88AF-E941-9028-A7F40F9D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  <a:ln>
            <a:solidFill/>
          </a:ln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3414000-0475-7845-9508-337FFFC1B7E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2265DA69-D9B6-384B-91FC-5C225D98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198CD9FF-6143-0B4F-B35B-FC5B48F3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99E00C6-785E-8740-9B07-6D282AB5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  <a:ln>
            <a:solidFill/>
          </a:ln>
        </p:spPr>
        <p:txBody>
          <a:bodyPr anchor="t"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285" y="5592991"/>
            <a:ext cx="5811116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>
            <a:off x="695915" y="678673"/>
            <a:ext cx="360000" cy="5832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727A51-3FBC-4883-9957-A794F7F65BF9}"/>
              </a:ext>
            </a:extLst>
          </p:cNvPr>
          <p:cNvSpPr/>
          <p:nvPr userDrawn="1"/>
        </p:nvSpPr>
        <p:spPr>
          <a:xfrm>
            <a:off x="695915" y="1261873"/>
            <a:ext cx="360000" cy="49174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/>
            </a:p>
          </p:txBody>
        </p:sp>
      </p:grp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2FBCA2-8AC8-4B46-8CCD-69EDADC0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2534"/>
            <a:ext cx="10267200" cy="1382400"/>
          </a:xfrm>
          <a:ln>
            <a:solidFill/>
          </a:ln>
        </p:spPr>
        <p:txBody>
          <a:bodyPr>
            <a:normAutofit/>
          </a:bodyPr>
          <a:lstStyle>
            <a:lvl1pPr>
              <a:defRPr sz="360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C752BD4-8A44-D64D-B845-986E21B7D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7" y="3819054"/>
            <a:ext cx="10265664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6087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660874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>
                <a:solidFill>
                  <a:srgbClr val="660874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rgbClr val="660874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451282BD-10C7-4442-892B-E8FEFE30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6088813"/>
            <a:ext cx="252328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AB4D4DE8-6CE5-7146-97D4-07B9C904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6084487"/>
            <a:ext cx="658550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EB1C0495-D0F2-7747-B5EB-46C12779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6088813"/>
            <a:ext cx="120327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3BF425-86B0-F846-8CE5-D4D4E55EFE0D}"/>
              </a:ext>
            </a:extLst>
          </p:cNvPr>
          <p:cNvSpPr/>
          <p:nvPr userDrawn="1"/>
        </p:nvSpPr>
        <p:spPr>
          <a:xfrm>
            <a:off x="586670" y="654624"/>
            <a:ext cx="82800" cy="896400"/>
          </a:xfrm>
          <a:prstGeom prst="rect">
            <a:avLst/>
          </a:prstGeom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376" y="2336003"/>
            <a:ext cx="10521388" cy="31548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377" y="5592997"/>
            <a:ext cx="658550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rgbClr val="660874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tomiechen/THU-PPT-Theme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atomiechen/THU-PPT-Them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计算机系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2026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18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华科简约主题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扁平风格</a:t>
            </a:r>
            <a:r>
              <a:rPr lang="en-US" altLang="zh-CN" dirty="0">
                <a:solidFill/>
              </a:rPr>
              <a:t>v2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792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285" y="2329543"/>
            <a:ext cx="9923523" cy="3391101"/>
          </a:xfrm>
          <a:ln>
            <a:solidFill/>
          </a:ln>
        </p:spPr>
        <p:txBody>
          <a:bodyPr anchor="t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这里可以写你的目录内容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 </a:t>
            </a:r>
            <a:r>
              <a:rPr lang="en-US" altLang="zh-CN" dirty="0">
                <a:solidFill/>
              </a:rPr>
              <a:t>1.618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二 </a:t>
            </a:r>
            <a:r>
              <a:rPr lang="en-US" altLang="zh-CN" dirty="0">
                <a:solidFill/>
              </a:rPr>
              <a:t>0.618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5" y="865998"/>
            <a:ext cx="9923522" cy="135145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目录 </a:t>
            </a:r>
            <a:r>
              <a:rPr lang="en-US" altLang="zh-CN" dirty="0">
                <a:solidFill/>
              </a:rPr>
              <a:t>Contents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249299-B2E1-164B-9D28-7833904F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在</a:t>
            </a:r>
            <a:r>
              <a:rPr lang="en-US" altLang="zh-CN" dirty="0">
                <a:solidFill/>
              </a:rPr>
              <a:t>PowerPoint</a:t>
            </a:r>
            <a:r>
              <a:rPr lang="zh-CN" altLang="en-US" dirty="0">
                <a:solidFill/>
              </a:rPr>
              <a:t>的新建幻灯片的选项卡里，可以自己选择合适的页面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lang="en-US" altLang="zh-CN" dirty="0">
                <a:solidFill/>
              </a:rPr>
              <a:t>office</a:t>
            </a:r>
            <a:r>
              <a:rPr lang="zh-CN" altLang="en-US" dirty="0">
                <a:solidFill/>
              </a:rPr>
              <a:t>自带模板一样不必为模板细节操心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如果需要定制，可自行编辑幻灯片母版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这个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模板来自：</a:t>
            </a: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如果大家喜欢，欢迎给我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，也欢迎</a:t>
            </a:r>
            <a:r>
              <a:rPr lang="en-US" altLang="zh-CN" dirty="0">
                <a:solidFill/>
              </a:rPr>
              <a:t>PR</a:t>
            </a:r>
            <a:r>
              <a:rPr lang="zh-CN" altLang="en-US" dirty="0">
                <a:solidFill/>
              </a:rPr>
              <a:t>贡献更多变体！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CCBE66-029B-1A42-8B93-5DED4C28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9698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Foo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What you see is what you get</a:t>
            </a: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异构多智能体协同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一行不够，两行充数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更多页面款式供你选！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Bar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" altLang="zh-CN" dirty="0">
                <a:solidFill/>
              </a:rPr>
              <a:t>Made by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liang zhu</a:t>
            </a:r>
          </a:p>
          <a:p>
            <a:pPr>
              <a:defRPr>
                <a:solidFill/>
              </a:defRPr>
            </a:pPr>
            <a:r>
              <a:rPr lang="en" altLang="zh-CN" dirty="0"/>
              <a:t>Heterogeneous</a:t>
            </a:r>
            <a:r>
              <a:rPr lang="zh-CN" altLang="en-US" dirty="0"/>
              <a:t> </a:t>
            </a:r>
            <a:r>
              <a:rPr lang="en-US" altLang="zh-CN" dirty="0"/>
              <a:t>multi-agents</a:t>
            </a:r>
            <a:endParaRPr kumimoji="1" lang="en-US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一个清净的主题模板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欢迎大家</a:t>
            </a:r>
            <a:r>
              <a:rPr lang="zh-CN" altLang="en-US" dirty="0">
                <a:solidFill/>
              </a:rPr>
              <a:t>广而传播使用！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链接</a:t>
            </a:r>
            <a:r>
              <a:rPr lang="zh-CN" altLang="en-US" dirty="0">
                <a:solidFill/>
              </a:rPr>
              <a:t>点开之后颜色会有变化（欢迎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）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紫菘舍 </a:t>
            </a:r>
            <a:r>
              <a:rPr lang="en-US" altLang="zh-CN" dirty="0">
                <a:solidFill/>
              </a:rPr>
              <a:t>Title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22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134221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3EC9-98F6-1540-AB0B-5EF8D14C6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7" y="2022534"/>
            <a:ext cx="10267200" cy="13824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下一个章节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CF303-7D57-D44C-9067-E10B97FFE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7" y="3819054"/>
            <a:ext cx="10265664" cy="1340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我们需要进入一些</a:t>
            </a:r>
            <a:r>
              <a:rPr lang="en-US" altLang="zh-CN" dirty="0">
                <a:solidFill/>
              </a:rPr>
              <a:t>details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39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7C298-BBDA-2946-B9D9-D457CECF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标题在下方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43E113D-D6A1-834B-9CBF-D374E35E79DD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49B47-9C38-BF44-922D-DEF9C6B97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这是一个不同的设计</a:t>
            </a:r>
          </a:p>
        </p:txBody>
      </p:sp>
    </p:spTree>
    <p:extLst>
      <p:ext uri="{BB962C8B-B14F-4D97-AF65-F5344CB8AC3E}">
        <p14:creationId xmlns:p14="http://schemas.microsoft.com/office/powerpoint/2010/main" val="2894931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ln>
            <a:solidFill/>
          </a:ln>
        </p:spPr>
        <p:txBody>
          <a:bodyPr/>
          <a:lstStyle/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这里还可以写一些竖排文本，效果大概是这样的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232507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1831" y="3819054"/>
            <a:ext cx="9748337" cy="1340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9999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13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32</a:t>
            </a:r>
            <a:r>
              <a:rPr lang="zh-CN" altLang="en-US" dirty="0">
                <a:solidFill/>
              </a:rPr>
              <a:t>日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831" y="2028083"/>
            <a:ext cx="9748800" cy="13176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感谢使用和支持！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16:9">
  <a:themeElements>
    <a:clrScheme name="自定义 5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5154</TotalTime>
  <Words>267</Words>
  <Application>Microsoft Macintosh PowerPoint</Application>
  <PresentationFormat>宽屏</PresentationFormat>
  <Paragraphs>41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Gill Sans MT</vt:lpstr>
      <vt:lpstr>Wingdings 2</vt:lpstr>
      <vt:lpstr>清华简约主题-扁平-16:9</vt:lpstr>
      <vt:lpstr>华科简约主题PPT模板 扁平风格v2 16:9</vt:lpstr>
      <vt:lpstr>目录 Contents</vt:lpstr>
      <vt:lpstr>使用方法</vt:lpstr>
      <vt:lpstr>紫菘舍 Title Here</vt:lpstr>
      <vt:lpstr>可以使用的页面如上</vt:lpstr>
      <vt:lpstr>下一个章节</vt:lpstr>
      <vt:lpstr>标题在下方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1339</cp:revision>
  <cp:lastPrinted>2020-04-04T02:50:47Z</cp:lastPrinted>
  <dcterms:created xsi:type="dcterms:W3CDTF">2020-01-04T07:43:38Z</dcterms:created>
  <dcterms:modified xsi:type="dcterms:W3CDTF">2026-01-18T03:31:28Z</dcterms:modified>
</cp:coreProperties>
</file>