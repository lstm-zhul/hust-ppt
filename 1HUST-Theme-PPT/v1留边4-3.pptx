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68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B83"/>
    <a:srgbClr val="FFFFFF"/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36"/>
    <p:restoredTop sz="86370"/>
  </p:normalViewPr>
  <p:slideViewPr>
    <p:cSldViewPr snapToGrid="0" snapToObjects="1">
      <p:cViewPr varScale="1">
        <p:scale>
          <a:sx n="107" d="100"/>
          <a:sy n="107" d="100"/>
        </p:scale>
        <p:origin x="176" y="20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1C919A1-7361-1F44-B599-7E9DB3DD7A32}"/>
              </a:ext>
            </a:extLst>
          </p:cNvPr>
          <p:cNvSpPr/>
          <p:nvPr userDrawn="1"/>
        </p:nvSpPr>
        <p:spPr>
          <a:xfrm>
            <a:off x="283634" y="1750295"/>
            <a:ext cx="8576734" cy="2323425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7E11570-1C13-394D-8C65-136BC3D04ED2}"/>
              </a:ext>
            </a:extLst>
          </p:cNvPr>
          <p:cNvSpPr/>
          <p:nvPr userDrawn="1"/>
        </p:nvSpPr>
        <p:spPr>
          <a:xfrm>
            <a:off x="6286501" y="4155707"/>
            <a:ext cx="2573867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FB5F265-5FC7-B54E-AB48-4D8DA46E458F}"/>
              </a:ext>
            </a:extLst>
          </p:cNvPr>
          <p:cNvSpPr/>
          <p:nvPr userDrawn="1"/>
        </p:nvSpPr>
        <p:spPr>
          <a:xfrm>
            <a:off x="283633" y="4155707"/>
            <a:ext cx="5939067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420" y="1921565"/>
            <a:ext cx="8245162" cy="1961322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27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895" y="4352307"/>
            <a:ext cx="8245160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500" cap="none" baseline="0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24C8BBE-6D43-D148-83B4-12265207F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E154CE1-FF1A-884C-94BC-703B56D27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8967CE88-7930-FF40-854C-7903E22F8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B0F541-8A26-B368-272F-F917554654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6" y="2180499"/>
            <a:ext cx="8272211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6" y="5956140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138DE5D-C6BE-184F-9F9E-3BBA77E368A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4128F0BC-581E-9D44-8AAD-AFF794A4CB52}"/>
              </a:ext>
            </a:extLst>
          </p:cNvPr>
          <p:cNvSpPr>
            <a:spLocks noChangeAspect="1"/>
          </p:cNvSpPr>
          <p:nvPr userDrawn="1"/>
        </p:nvSpPr>
        <p:spPr>
          <a:xfrm>
            <a:off x="435438" y="599725"/>
            <a:ext cx="2180113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217" y="1137356"/>
            <a:ext cx="454988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2400"/>
            </a:lvl1pPr>
            <a:lvl2pPr algn="l">
              <a:defRPr sz="2400"/>
            </a:lvl2pPr>
            <a:lvl3pPr algn="l">
              <a:defRPr sz="1800"/>
            </a:lvl3pPr>
            <a:lvl4pPr algn="l">
              <a:defRPr sz="1400"/>
            </a:lvl4pPr>
            <a:lvl5pPr algn="l">
              <a:defRPr sz="14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4" y="5956138"/>
            <a:ext cx="21335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4" y="5951812"/>
            <a:ext cx="51879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5" y="5956138"/>
            <a:ext cx="78938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96" y="1964075"/>
            <a:ext cx="1926306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27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609871-59AA-714A-B688-568A52C6B22B}"/>
              </a:ext>
            </a:extLst>
          </p:cNvPr>
          <p:cNvSpPr/>
          <p:nvPr userDrawn="1"/>
        </p:nvSpPr>
        <p:spPr>
          <a:xfrm rot="5400000">
            <a:off x="1807099" y="5480675"/>
            <a:ext cx="18000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727004" y="2543820"/>
            <a:ext cx="3960000" cy="7181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C53F276-63F7-EF0B-9D06-D53F044E7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640" y="648693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7DE89DA6-356D-194E-8935-6C10024491A7}"/>
              </a:ext>
            </a:extLst>
          </p:cNvPr>
          <p:cNvSpPr>
            <a:spLocks noChangeAspect="1"/>
          </p:cNvSpPr>
          <p:nvPr userDrawn="1"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DB8D1A-12A8-B34E-ABB0-AFDEDA44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7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C8D98C-AAE6-6D4F-8FDD-A93E2E11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350" cap="none" baseline="0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DA065A56-DCC8-D84D-8199-005CB8B0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6" y="5956140"/>
            <a:ext cx="199861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 dirty="0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3A75174A-ECBD-8D43-B9E7-41B50C56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5895" y="5951814"/>
            <a:ext cx="5187908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E9DEBDD-9E3B-ADA1-7AB1-F1AF33828F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78204" y="5273423"/>
            <a:ext cx="1280364" cy="971797"/>
          </a:xfrm>
          <a:prstGeom prst="rect">
            <a:avLst/>
          </a:prstGeom>
        </p:spPr>
      </p:pic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FB445BB2-FA98-324E-8C7A-EA4D202F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3744" y="5956140"/>
            <a:ext cx="92436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6" y="2228004"/>
            <a:ext cx="4066793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2228004"/>
            <a:ext cx="4066794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6" y="2250895"/>
            <a:ext cx="3815306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3" y="2250895"/>
            <a:ext cx="3815305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3" y="2926055"/>
            <a:ext cx="4044825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5F10BF9-D5CD-1D48-BAAA-1C82ACBE3EEC}"/>
              </a:ext>
            </a:extLst>
          </p:cNvPr>
          <p:cNvSpPr/>
          <p:nvPr userDrawn="1"/>
        </p:nvSpPr>
        <p:spPr>
          <a:xfrm>
            <a:off x="6108700" y="436481"/>
            <a:ext cx="2743201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91DCB4B-F7F0-EB42-A850-558FBD4EBF7E}"/>
              </a:ext>
            </a:extLst>
          </p:cNvPr>
          <p:cNvSpPr/>
          <p:nvPr userDrawn="1"/>
        </p:nvSpPr>
        <p:spPr>
          <a:xfrm>
            <a:off x="292101" y="436481"/>
            <a:ext cx="5765800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9394E5E1-AA4C-0E4D-99E5-D36232F886D4}"/>
              </a:ext>
            </a:extLst>
          </p:cNvPr>
          <p:cNvSpPr>
            <a:spLocks noChangeAspect="1"/>
          </p:cNvSpPr>
          <p:nvPr userDrawn="1"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2296"/>
            <a:ext cx="3682084" cy="605655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601200"/>
            <a:ext cx="846963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9" y="5262300"/>
            <a:ext cx="3397462" cy="605652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825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04466" y="5956140"/>
            <a:ext cx="199861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B4DBDC-003A-DDBD-6412-EE6B529505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78204" y="527342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83744" y="5956140"/>
            <a:ext cx="92436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599725"/>
            <a:ext cx="8468144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1200"/>
            </a:lvl2pPr>
            <a:lvl3pPr marL="685783" indent="0">
              <a:buNone/>
              <a:defRPr sz="1200"/>
            </a:lvl3pPr>
            <a:lvl4pPr marL="1028675" indent="0">
              <a:buNone/>
              <a:defRPr sz="1200"/>
            </a:lvl4pPr>
            <a:lvl5pPr marL="1371566" indent="0">
              <a:buNone/>
              <a:defRPr sz="1200"/>
            </a:lvl5pPr>
            <a:lvl6pPr marL="1714457" indent="0">
              <a:buNone/>
              <a:defRPr sz="1200"/>
            </a:lvl6pPr>
            <a:lvl7pPr marL="2057348" indent="0">
              <a:buNone/>
              <a:defRPr sz="1200"/>
            </a:lvl7pPr>
            <a:lvl8pPr marL="2400240" indent="0">
              <a:buNone/>
              <a:defRPr sz="1200"/>
            </a:lvl8pPr>
            <a:lvl9pPr marL="2743132" indent="0">
              <a:buNone/>
              <a:defRPr sz="12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30"/>
            <a:ext cx="8272213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9AFCA-0D8E-7C4B-9EE4-15258FA226B6}"/>
              </a:ext>
            </a:extLst>
          </p:cNvPr>
          <p:cNvSpPr/>
          <p:nvPr userDrawn="1"/>
        </p:nvSpPr>
        <p:spPr>
          <a:xfrm>
            <a:off x="6108700" y="436481"/>
            <a:ext cx="2743201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3E312-E758-E548-90FC-22E1E7EC6CCE}"/>
              </a:ext>
            </a:extLst>
          </p:cNvPr>
          <p:cNvSpPr/>
          <p:nvPr userDrawn="1"/>
        </p:nvSpPr>
        <p:spPr>
          <a:xfrm>
            <a:off x="292101" y="436481"/>
            <a:ext cx="5765800" cy="72000"/>
          </a:xfrm>
          <a:prstGeom prst="rect">
            <a:avLst/>
          </a:prstGeom>
          <a:solidFill>
            <a:srgbClr val="004B83"/>
          </a:solidFill>
          <a:ln>
            <a:solidFill>
              <a:srgbClr val="004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6629401" y="599725"/>
            <a:ext cx="2180113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81193" y="675727"/>
            <a:ext cx="592220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D8F7654-F738-DB4A-BDC9-C147359A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45255" y="5956138"/>
            <a:ext cx="99610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9875D8-CF05-584E-A606-B0C7A6C6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3" y="5951812"/>
            <a:ext cx="592220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FDE4144-AE9C-764C-8F13-6FBD3DF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4962" y="5956138"/>
            <a:ext cx="873146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4D4FEB-6EB8-AD35-F648-9F736A9B55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8989" y="694007"/>
            <a:ext cx="1280364" cy="971797"/>
          </a:xfrm>
          <a:prstGeom prst="rect">
            <a:avLst/>
          </a:prstGeom>
        </p:spPr>
      </p:pic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5255" y="675727"/>
            <a:ext cx="1387269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465EDF8-BCFD-134D-9B0D-9430B7390985}"/>
              </a:ext>
            </a:extLst>
          </p:cNvPr>
          <p:cNvSpPr>
            <a:spLocks noChangeAspect="1"/>
          </p:cNvSpPr>
          <p:nvPr userDrawn="1"/>
        </p:nvSpPr>
        <p:spPr>
          <a:xfrm>
            <a:off x="292101" y="347880"/>
            <a:ext cx="85598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4E09BB-6BE0-EA44-AA53-9AE037BE7450}"/>
              </a:ext>
            </a:extLst>
          </p:cNvPr>
          <p:cNvSpPr/>
          <p:nvPr userDrawn="1"/>
        </p:nvSpPr>
        <p:spPr>
          <a:xfrm>
            <a:off x="6108700" y="1592181"/>
            <a:ext cx="27432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762D50-DB36-754B-B4EC-1EBF590E4A4F}"/>
              </a:ext>
            </a:extLst>
          </p:cNvPr>
          <p:cNvSpPr/>
          <p:nvPr userDrawn="1"/>
        </p:nvSpPr>
        <p:spPr>
          <a:xfrm>
            <a:off x="292101" y="1592181"/>
            <a:ext cx="57658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5" y="5956140"/>
            <a:ext cx="21335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14"/>
            <a:ext cx="5187908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6" y="5956140"/>
            <a:ext cx="789383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4C7E98-7FDF-5617-0679-7339089117BE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523069" y="455471"/>
            <a:ext cx="1280364" cy="971797"/>
          </a:xfrm>
          <a:prstGeom prst="rect">
            <a:avLst/>
          </a:prstGeom>
        </p:spPr>
      </p:pic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895" y="434928"/>
            <a:ext cx="7309273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342892" rtl="0" eaLnBrk="1" latinLnBrk="0" hangingPunct="1">
        <a:spcBef>
          <a:spcPct val="0"/>
        </a:spcBef>
        <a:buNone/>
        <a:defRPr sz="21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94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488" indent="-229494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4984" indent="-202495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477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470" indent="-17549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4965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959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954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948" indent="-171446" algn="l" defTabSz="342892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34289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tomiechen/THU-PPT-Them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atomiechen/THU-PPT-Them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30CFF-22F2-9E4D-8BF6-E48A1534E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华科简约主题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留边风格 </a:t>
            </a:r>
            <a:r>
              <a:rPr kumimoji="1" lang="en-US" altLang="zh-CN" dirty="0">
                <a:solidFill/>
              </a:rPr>
              <a:t>4:3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2B33EC-6F84-4646-8986-ED1219D46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2026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18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60136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242491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408481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</a:t>
            </a:r>
            <a:r>
              <a:rPr kumimoji="1" lang="zh-CN" altLang="en-US">
                <a:solidFill/>
              </a:rPr>
              <a:t>五楼又迎来了一</a:t>
            </a:r>
            <a:r>
              <a:rPr kumimoji="1" lang="zh-CN" altLang="en-US" dirty="0">
                <a:solidFill/>
              </a:rPr>
              <a:t>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 zhu from HUST 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r>
              <a:rPr kumimoji="1" lang="zh-CN" altLang="en-US" dirty="0">
                <a:solidFill/>
              </a:rPr>
              <a:t>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759501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47273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848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112227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935780849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留边-4:3">
  <a:themeElements>
    <a:clrScheme name="自定义 23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陈伟浩-清华简约主题-留边-4-3" id="{733F1F6C-FD46-A044-A0A8-76CA288F48E2}" vid="{3D1A6830-FEF0-684C-B082-4EBF0CD95EA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4016</TotalTime>
  <Words>262</Words>
  <Application>Microsoft Macintosh PowerPoint</Application>
  <PresentationFormat>全屏显示(4:3)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清华简约主题-留边-4:3</vt:lpstr>
      <vt:lpstr>华科简约主题PPT模板 留边风格 4:3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1191</cp:revision>
  <cp:lastPrinted>2020-04-04T02:50:47Z</cp:lastPrinted>
  <dcterms:created xsi:type="dcterms:W3CDTF">2020-01-04T07:43:38Z</dcterms:created>
  <dcterms:modified xsi:type="dcterms:W3CDTF">2026-01-18T03:31:12Z</dcterms:modified>
</cp:coreProperties>
</file>