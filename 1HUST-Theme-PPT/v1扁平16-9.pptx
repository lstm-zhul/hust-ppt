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1"/>
  </p:notesMasterIdLst>
  <p:sldIdLst>
    <p:sldId id="270" r:id="rId2"/>
    <p:sldId id="258" r:id="rId3"/>
    <p:sldId id="268" r:id="rId4"/>
    <p:sldId id="267" r:id="rId5"/>
    <p:sldId id="265" r:id="rId6"/>
    <p:sldId id="271" r:id="rId7"/>
    <p:sldId id="273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B83"/>
    <a:srgbClr val="660874"/>
    <a:srgbClr val="5C307D"/>
    <a:srgbClr val="FFFFFF"/>
    <a:srgbClr val="F6F4F7"/>
    <a:srgbClr val="93549F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157"/>
    <p:restoredTop sz="86378"/>
  </p:normalViewPr>
  <p:slideViewPr>
    <p:cSldViewPr snapToGrid="0" snapToObjects="1">
      <p:cViewPr varScale="1">
        <p:scale>
          <a:sx n="60" d="100"/>
          <a:sy n="60" d="100"/>
        </p:scale>
        <p:origin x="208" y="1632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2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1724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7801A0AD-A4D9-2B48-AB5E-2388481E37AE}"/>
              </a:ext>
            </a:extLst>
          </p:cNvPr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7A9D506-C91D-DF44-8641-48F37CD3C15A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  <p:sp>
          <p:nvSpPr>
            <p:cNvPr id="18" name="半闭框 17">
              <a:extLst>
                <a:ext uri="{FF2B5EF4-FFF2-40B4-BE49-F238E27FC236}">
                  <a16:creationId xmlns:a16="http://schemas.microsoft.com/office/drawing/2014/main" id="{A1E2328B-A4C4-764E-ACC8-998B2E63C537}"/>
                </a:ext>
              </a:extLst>
            </p:cNvPr>
            <p:cNvSpPr/>
            <p:nvPr userDrawn="1"/>
          </p:nvSpPr>
          <p:spPr>
            <a:xfrm>
              <a:off x="599225" y="1921565"/>
              <a:ext cx="821803" cy="867934"/>
            </a:xfrm>
            <a:prstGeom prst="halfFrame">
              <a:avLst>
                <a:gd name="adj1" fmla="val 23474"/>
                <a:gd name="adj2" fmla="val 23475"/>
              </a:avLst>
            </a:prstGeom>
            <a:solidFill>
              <a:srgbClr val="004B83"/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533506A-6FCC-464D-8406-9673E74408CF}"/>
                </a:ext>
              </a:extLst>
            </p:cNvPr>
            <p:cNvSpPr/>
            <p:nvPr userDrawn="1"/>
          </p:nvSpPr>
          <p:spPr>
            <a:xfrm>
              <a:off x="10161778" y="3614195"/>
              <a:ext cx="1430996" cy="210671"/>
            </a:xfrm>
            <a:prstGeom prst="rect">
              <a:avLst/>
            </a:prstGeom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27B568-9C73-4347-A347-6FC2B45E44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41202B-2D63-8945-91A5-3692FFC32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E223B9-0CD9-7541-945A-15D81872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BF98613E-C742-CD46-89BD-FA8FCC0A7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  <a:ln>
            <a:solidFill/>
          </a:ln>
        </p:spPr>
        <p:txBody>
          <a:bodyPr anchor="b">
            <a:normAutofit/>
          </a:bodyPr>
          <a:lstStyle>
            <a:lvl1pPr>
              <a:defRPr lang="zh-CN" altLang="en-US" sz="3600" b="0" kern="1200" cap="none" baseline="0" dirty="0">
                <a:solidFill>
                  <a:srgbClr val="004B83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6D7B11-B48F-02E5-FA98-02C038F6F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01893" y="28348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BC206B-21AF-2048-B8C2-02D34676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0A914D-220E-194F-89A4-BA7B8911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D13FCE-5499-EA41-85BE-AEB592F65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6" name="文本占位符 11">
            <a:extLst>
              <a:ext uri="{FF2B5EF4-FFF2-40B4-BE49-F238E27FC236}">
                <a16:creationId xmlns:a16="http://schemas.microsoft.com/office/drawing/2014/main" id="{F1297FE0-3BB9-B64C-AC4D-632A56249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>
            <a:normAutofit/>
          </a:bodyPr>
          <a:lstStyle/>
          <a:p>
            <a:pPr lvl="0"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kumimoji="1"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kumimoji="1"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kumimoji="1" lang="zh-CN" altLang="en-US" dirty="0">
                <a:solidFill/>
              </a:rPr>
              <a:t>五级</a:t>
            </a: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808527B2-D8A8-804C-84C3-640A2789E7B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31882" y="5592991"/>
            <a:ext cx="606651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 rot="5400000">
            <a:off x="-2692137" y="3263038"/>
            <a:ext cx="6858000" cy="331923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EA6CC6FD-0536-1042-94FB-7B29BCD323E4}"/>
              </a:ext>
            </a:extLst>
          </p:cNvPr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BB59113-F03A-6147-A467-92DB82160BCD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3E5866-268A-1A4A-BD63-7247C0C32E7C}"/>
                </a:ext>
              </a:extLst>
            </p:cNvPr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</p:grpSp>
      <p:sp>
        <p:nvSpPr>
          <p:cNvPr id="25" name="Subtitle 2">
            <a:extLst>
              <a:ext uri="{FF2B5EF4-FFF2-40B4-BE49-F238E27FC236}">
                <a16:creationId xmlns:a16="http://schemas.microsoft.com/office/drawing/2014/main" id="{8DDB4CB7-B75A-CF44-8C12-E3DE32CE3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30629"/>
            <a:ext cx="10265664" cy="1340999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27" name="日期占位符 10">
            <a:extLst>
              <a:ext uri="{FF2B5EF4-FFF2-40B4-BE49-F238E27FC236}">
                <a16:creationId xmlns:a16="http://schemas.microsoft.com/office/drawing/2014/main" id="{2D4038F2-9086-4849-856C-3F44B96D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23545" y="5597323"/>
            <a:ext cx="252328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28" name="页脚占位符 11">
            <a:extLst>
              <a:ext uri="{FF2B5EF4-FFF2-40B4-BE49-F238E27FC236}">
                <a16:creationId xmlns:a16="http://schemas.microsoft.com/office/drawing/2014/main" id="{0ED79189-463D-A34A-93FE-02DAF3CA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5592997"/>
            <a:ext cx="658550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29" name="灯片编号占位符 12">
            <a:extLst>
              <a:ext uri="{FF2B5EF4-FFF2-40B4-BE49-F238E27FC236}">
                <a16:creationId xmlns:a16="http://schemas.microsoft.com/office/drawing/2014/main" id="{81D88334-B4F7-F340-8AA4-0865A0C0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DCF5355-3BF2-774E-B550-673024387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9" y="1909598"/>
            <a:ext cx="10265664" cy="1556843"/>
          </a:xfrm>
          <a:ln>
            <a:solidFill/>
          </a:ln>
        </p:spPr>
        <p:txBody>
          <a:bodyPr>
            <a:normAutofit/>
          </a:bodyPr>
          <a:lstStyle>
            <a:lvl1pPr>
              <a:defRPr sz="360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5"/>
            <a:ext cx="5422391" cy="3242630"/>
          </a:xfrm>
          <a:prstGeom prst="rect">
            <a:avLst/>
          </a:prstGeo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5"/>
            <a:ext cx="5422392" cy="3242630"/>
          </a:xfrm>
          <a:prstGeom prst="rect">
            <a:avLst/>
          </a:prstGeo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7A00BA7C-B7C4-294B-9F35-03377421661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1840986"/>
            <a:ext cx="5087075" cy="536005"/>
          </a:xfrm>
          <a:prstGeom prst="rect">
            <a:avLst/>
          </a:prstGeo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516146"/>
            <a:ext cx="5393100" cy="2934999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1840986"/>
            <a:ext cx="5087073" cy="553373"/>
          </a:xfrm>
          <a:prstGeom prst="rect">
            <a:avLst/>
          </a:prstGeo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516146"/>
            <a:ext cx="5393100" cy="2934999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DA88991B-B04D-964D-9FD5-C5FDD84D8F6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26D486A1-CD8C-8043-9CCC-31A4272B2E5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DD0108F8-765A-DF43-9CAF-934132882EE3}"/>
              </a:ext>
            </a:extLst>
          </p:cNvPr>
          <p:cNvSpPr>
            <a:spLocks noChangeAspect="1"/>
          </p:cNvSpPr>
          <p:nvPr userDrawn="1"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27EF20E3-0B10-CC4C-8857-F75CEE19C8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23545" y="6054522"/>
            <a:ext cx="252328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D6A46670-09C5-DF43-9EF6-67590CA2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6054522"/>
            <a:ext cx="6585500" cy="3607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49BC921D-B28B-A34C-9F91-98F82F8B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493" y="6054522"/>
            <a:ext cx="120327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6" name="标题 15">
            <a:extLst>
              <a:ext uri="{FF2B5EF4-FFF2-40B4-BE49-F238E27FC236}">
                <a16:creationId xmlns:a16="http://schemas.microsoft.com/office/drawing/2014/main" id="{B9810DAD-9990-3F41-8006-AEEF4C10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63" y="4913486"/>
            <a:ext cx="10333301" cy="609039"/>
          </a:xfrm>
          <a:prstGeom prst="rect">
            <a:avLst/>
          </a:prstGeo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55FFD6E9-9193-E149-909D-CF6ACACD636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021463" y="5608156"/>
            <a:ext cx="10333300" cy="360735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prstGeom prst="rect">
            <a:avLst/>
          </a:prstGeo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3376" y="2111829"/>
            <a:ext cx="10521388" cy="3379068"/>
          </a:xfrm>
          <a:prstGeom prst="rect">
            <a:avLst/>
          </a:prstGeom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84C251F1-1C9C-A640-9BF3-05FF6ECBF55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prstGeom prst="rect">
            <a:avLst/>
          </a:prstGeo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C89D33-28DC-B746-AE7D-E6085CC3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E1EF53-0E9B-E243-B4F1-B1C7F0BD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DA247-823F-034B-AEC0-494674B6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D046DC1-1C9C-644A-A409-E2EDBF93EECE}"/>
              </a:ext>
            </a:extLst>
          </p:cNvPr>
          <p:cNvSpPr/>
          <p:nvPr userDrawn="1"/>
        </p:nvSpPr>
        <p:spPr>
          <a:xfrm>
            <a:off x="586670" y="579706"/>
            <a:ext cx="82800" cy="896400"/>
          </a:xfrm>
          <a:prstGeom prst="rect">
            <a:avLst/>
          </a:prstGeom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3545" y="5597323"/>
            <a:ext cx="2523280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7235" y="5597323"/>
            <a:ext cx="6581641" cy="360799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493" y="5597323"/>
            <a:ext cx="120327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E5D95-FEF9-2F4C-B092-DCEAC172E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>
            <a:normAutofit/>
          </a:bodyPr>
          <a:lstStyle/>
          <a:p>
            <a:pPr lvl="0"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kumimoji="1"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kumimoji="1"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kumimoji="1" lang="zh-CN" altLang="en-US" dirty="0">
                <a:solidFill/>
              </a:rPr>
              <a:t>五级</a:t>
            </a:r>
          </a:p>
        </p:txBody>
      </p:sp>
      <p:sp>
        <p:nvSpPr>
          <p:cNvPr id="13" name="标题占位符 12">
            <a:extLst>
              <a:ext uri="{FF2B5EF4-FFF2-40B4-BE49-F238E27FC236}">
                <a16:creationId xmlns:a16="http://schemas.microsoft.com/office/drawing/2014/main" id="{02BE624C-83FF-8A45-88EE-30B741DC2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rgbClr val="004B83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STM-zhul/HUST-PP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STM-zhul/HUST-PPT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9456EDC8-6865-C043-9F52-A5101097F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  <a:ln>
            <a:no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东五楼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2026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18</a:t>
            </a:r>
            <a:r>
              <a:rPr lang="zh-CN" altLang="en-US" dirty="0">
                <a:solidFill/>
              </a:rPr>
              <a:t>日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F005E0-9377-9044-8967-57A41606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华科简约主题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</a:t>
            </a:r>
            <a:br>
              <a:rPr lang="en-US" altLang="zh-CN" dirty="0"/>
            </a:br>
            <a:r>
              <a:rPr lang="zh-CN" altLang="en-US" dirty="0">
                <a:solidFill/>
              </a:rPr>
              <a:t>扁平风格 </a:t>
            </a:r>
            <a:r>
              <a:rPr lang="en-US" altLang="zh-CN" dirty="0">
                <a:solidFill/>
              </a:rPr>
              <a:t>16:9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7923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这里可以写你的目录内容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二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74923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7249299-B2E1-164B-9D28-7833904F8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在</a:t>
            </a:r>
            <a:r>
              <a:rPr lang="en-US" altLang="zh-CN" dirty="0">
                <a:solidFill/>
              </a:rPr>
              <a:t>PowerPoint</a:t>
            </a:r>
            <a:r>
              <a:rPr lang="zh-CN" altLang="en-US" dirty="0">
                <a:solidFill/>
              </a:rPr>
              <a:t>的新建幻灯片的选项卡里，可以自己选择合适的页面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本华科主题模板实际上编辑了幻灯片母版，使图案和配色固定下来，使用时可类似于使用</a:t>
            </a:r>
            <a:r>
              <a:rPr lang="en-US" altLang="zh-CN" dirty="0">
                <a:solidFill/>
              </a:rPr>
              <a:t>office</a:t>
            </a:r>
            <a:r>
              <a:rPr lang="zh-CN" altLang="en-US" dirty="0">
                <a:solidFill/>
              </a:rPr>
              <a:t>自带模板一样不必为模板细节操心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如果需要定制，可自行编辑幻灯片母版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这个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模板来自：</a:t>
            </a:r>
            <a:r>
              <a:rPr lang="en-US" altLang="zh-CN" dirty="0">
                <a:solidFill/>
                <a:hlinkClick r:id="rId2"/>
              </a:rPr>
              <a:t>https://github.com/LSTM-zhul/HUST-PPT</a:t>
            </a:r>
            <a:endParaRPr lang="en-US" altLang="zh-CN" dirty="0"/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如果大家喜欢，欢迎给我</a:t>
            </a:r>
            <a:r>
              <a:rPr lang="en-US" altLang="zh-CN" dirty="0">
                <a:solidFill/>
              </a:rPr>
              <a:t>star</a:t>
            </a:r>
            <a:r>
              <a:rPr lang="zh-CN" altLang="en-US" dirty="0">
                <a:solidFill/>
              </a:rPr>
              <a:t>，也欢迎</a:t>
            </a:r>
            <a:r>
              <a:rPr lang="en-US" altLang="zh-CN" dirty="0">
                <a:solidFill/>
              </a:rPr>
              <a:t>PR</a:t>
            </a:r>
            <a:r>
              <a:rPr lang="zh-CN" altLang="en-US" dirty="0">
                <a:solidFill/>
              </a:rPr>
              <a:t>贡献更多变体！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4CCBE66-029B-1A42-8B93-5DED4C28F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29698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220" y="1840986"/>
            <a:ext cx="5087075" cy="536005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>
                <a:solidFill/>
              </a:rPr>
              <a:t>Foo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5" y="2516146"/>
            <a:ext cx="5393100" cy="2934999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东五楼又迎来了一批在籍毕业生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大模型 智能体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一行不够，两行充数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更多页面款式供你选！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  <a:hlinkClick r:id="rId2"/>
              </a:rPr>
              <a:t>https://github.com/LSTM-zhul/HUST-PPT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3737" y="1840986"/>
            <a:ext cx="5087073" cy="55337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>
                <a:solidFill/>
              </a:rPr>
              <a:t>Bar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710" y="2516146"/>
            <a:ext cx="5393100" cy="2934999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" altLang="zh-CN" dirty="0">
                <a:solidFill/>
              </a:rPr>
              <a:t>Made by</a:t>
            </a:r>
            <a:r>
              <a:rPr lang="zh-CN" altLang="en-US" dirty="0">
                <a:solidFill/>
              </a:rPr>
              <a:t> </a:t>
            </a:r>
            <a:r>
              <a:rPr lang="en" altLang="zh-CN" dirty="0">
                <a:solidFill/>
              </a:rPr>
              <a:t>liang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 err="1">
                <a:solidFill/>
              </a:rPr>
              <a:t>zhu</a:t>
            </a:r>
            <a:r>
              <a:rPr lang="zh-CN" altLang="en-US" dirty="0">
                <a:solidFill/>
              </a:rPr>
              <a:t> </a:t>
            </a:r>
            <a:r>
              <a:rPr lang="en" altLang="zh-CN" dirty="0">
                <a:solidFill/>
              </a:rPr>
              <a:t>from HUST </a:t>
            </a:r>
          </a:p>
          <a:p>
            <a:r>
              <a:rPr kumimoji="1" lang="en" altLang="zh-CN" dirty="0">
                <a:solidFill/>
              </a:rPr>
              <a:t>Heterogeneous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multi-agents</a:t>
            </a:r>
            <a:endParaRPr kumimoji="1" lang="en" altLang="zh-CN" dirty="0">
              <a:solidFill/>
            </a:endParaRPr>
          </a:p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zhul</a:t>
            </a:r>
            <a:r>
              <a:rPr lang="zh-CN" altLang="en-US" dirty="0">
                <a:solidFill/>
              </a:rPr>
              <a:t>做了一个清净的主题模板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" dirty="0">
                <a:solidFill/>
              </a:rPr>
              <a:t>欢迎大家</a:t>
            </a:r>
            <a:r>
              <a:rPr lang="zh-CN" altLang="en-US" dirty="0">
                <a:solidFill/>
              </a:rPr>
              <a:t>广而传播使用！</a:t>
            </a:r>
            <a:endParaRPr lang="en" altLang="zh-CN" dirty="0"/>
          </a:p>
          <a:p>
            <a:pPr>
              <a:defRPr>
                <a:solidFill/>
              </a:defRPr>
            </a:pPr>
            <a:r>
              <a:rPr lang="zh-CN" altLang="en" dirty="0">
                <a:solidFill/>
              </a:rPr>
              <a:t>链接</a:t>
            </a:r>
            <a:r>
              <a:rPr lang="zh-CN" altLang="en-US" dirty="0">
                <a:solidFill/>
              </a:rPr>
              <a:t>点开之后颜色会有变化（欢迎</a:t>
            </a:r>
            <a:r>
              <a:rPr lang="en-US" altLang="zh-CN" dirty="0">
                <a:solidFill/>
              </a:rPr>
              <a:t>star</a:t>
            </a:r>
            <a:r>
              <a:rPr lang="zh-CN" altLang="en-US" dirty="0">
                <a:solidFill/>
              </a:rPr>
              <a:t>）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紫菘舍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2222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本页空白比较大，可以放图等内容</a:t>
            </a:r>
          </a:p>
        </p:txBody>
      </p:sp>
    </p:spTree>
    <p:extLst>
      <p:ext uri="{BB962C8B-B14F-4D97-AF65-F5344CB8AC3E}">
        <p14:creationId xmlns:p14="http://schemas.microsoft.com/office/powerpoint/2010/main" val="134221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AC9CF303-7D57-D44C-9067-E10B97FFE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30629"/>
            <a:ext cx="10265664" cy="1340999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我们需要进入一些</a:t>
            </a:r>
            <a:r>
              <a:rPr lang="en-US" altLang="zh-CN" dirty="0">
                <a:solidFill/>
              </a:rPr>
              <a:t>details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B1C3EC9-98F6-1540-AB0B-5EF8D14C6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9" y="1909598"/>
            <a:ext cx="10265664" cy="155684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下一个章节</a:t>
            </a:r>
          </a:p>
        </p:txBody>
      </p:sp>
    </p:spTree>
    <p:extLst>
      <p:ext uri="{BB962C8B-B14F-4D97-AF65-F5344CB8AC3E}">
        <p14:creationId xmlns:p14="http://schemas.microsoft.com/office/powerpoint/2010/main" val="1319397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7923B3-0709-A549-A2A2-ED468AB684A6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lang="zh-CN" altLang="en-US"/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1453682D-DEA1-0F46-B201-09CFEDDAC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63" y="4913486"/>
            <a:ext cx="10333301" cy="60903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标题在下方</a:t>
            </a:r>
          </a:p>
        </p:txBody>
      </p:sp>
      <p:sp>
        <p:nvSpPr>
          <p:cNvPr id="19" name="副标题 18">
            <a:extLst>
              <a:ext uri="{FF2B5EF4-FFF2-40B4-BE49-F238E27FC236}">
                <a16:creationId xmlns:a16="http://schemas.microsoft.com/office/drawing/2014/main" id="{BE1777BD-8335-DF44-B998-63886A6300C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021463" y="5608156"/>
            <a:ext cx="10333300" cy="360735"/>
          </a:xfrm>
          <a:ln>
            <a:solidFill/>
          </a:ln>
        </p:spPr>
        <p:txBody>
          <a:bodyPr>
            <a:normAutofit fontScale="92500" lnSpcReduction="10000"/>
          </a:bodyPr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这是一个不同的设计</a:t>
            </a:r>
          </a:p>
        </p:txBody>
      </p:sp>
    </p:spTree>
    <p:extLst>
      <p:ext uri="{BB962C8B-B14F-4D97-AF65-F5344CB8AC3E}">
        <p14:creationId xmlns:p14="http://schemas.microsoft.com/office/powerpoint/2010/main" val="85169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这里还可以写一些竖排文本，效果大概是这样的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异构多智能体协同</a:t>
            </a:r>
          </a:p>
        </p:txBody>
      </p:sp>
    </p:spTree>
    <p:extLst>
      <p:ext uri="{BB962C8B-B14F-4D97-AF65-F5344CB8AC3E}">
        <p14:creationId xmlns:p14="http://schemas.microsoft.com/office/powerpoint/2010/main" val="2325070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9999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13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32</a:t>
            </a:r>
            <a:r>
              <a:rPr lang="zh-CN" altLang="en-US" dirty="0">
                <a:solidFill/>
              </a:rPr>
              <a:t>日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感谢使用和支持！</a:t>
            </a:r>
          </a:p>
        </p:txBody>
      </p:sp>
    </p:spTree>
    <p:extLst>
      <p:ext uri="{BB962C8B-B14F-4D97-AF65-F5344CB8AC3E}">
        <p14:creationId xmlns:p14="http://schemas.microsoft.com/office/powerpoint/2010/main" val="1433308298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扁平-16:9">
  <a:themeElements>
    <a:clrScheme name="自定义 2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5168</TotalTime>
  <Words>269</Words>
  <Application>Microsoft Macintosh PowerPoint</Application>
  <PresentationFormat>宽屏</PresentationFormat>
  <Paragraphs>41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Gill Sans MT</vt:lpstr>
      <vt:lpstr>Wingdings 2</vt:lpstr>
      <vt:lpstr>清华简约主题-扁平-16:9</vt:lpstr>
      <vt:lpstr>华科简约主题PPT模板 扁平风格 16:9</vt:lpstr>
      <vt:lpstr>目录</vt:lpstr>
      <vt:lpstr>使用方法</vt:lpstr>
      <vt:lpstr>紫菘舍</vt:lpstr>
      <vt:lpstr>可以使用的页面如上</vt:lpstr>
      <vt:lpstr>下一个章节</vt:lpstr>
      <vt:lpstr>标题在下方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1331</cp:revision>
  <cp:lastPrinted>2020-04-04T02:50:47Z</cp:lastPrinted>
  <dcterms:created xsi:type="dcterms:W3CDTF">2020-01-04T07:43:38Z</dcterms:created>
  <dcterms:modified xsi:type="dcterms:W3CDTF">2026-01-21T03:25:30Z</dcterms:modified>
</cp:coreProperties>
</file>