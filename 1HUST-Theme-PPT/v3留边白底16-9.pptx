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sldIdLst>
    <p:sldId id="256" r:id="rId2"/>
    <p:sldId id="258" r:id="rId3"/>
    <p:sldId id="260" r:id="rId4"/>
    <p:sldId id="269" r:id="rId5"/>
    <p:sldId id="271" r:id="rId6"/>
    <p:sldId id="268" r:id="rId7"/>
    <p:sldId id="27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2"/>
    <p:restoredTop sz="86370"/>
  </p:normalViewPr>
  <p:slideViewPr>
    <p:cSldViewPr snapToGrid="0" snapToObjects="1">
      <p:cViewPr varScale="1">
        <p:scale>
          <a:sx n="85" d="100"/>
          <a:sy n="85" d="100"/>
        </p:scale>
        <p:origin x="192" y="68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378178" y="1750294"/>
            <a:ext cx="11435645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8382000" y="4155707"/>
            <a:ext cx="343182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378177" y="4155707"/>
            <a:ext cx="7918756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921565"/>
            <a:ext cx="10993549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352306"/>
            <a:ext cx="10993546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660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7C9BA39-4396-944E-8847-8AA1FB4D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046AEFE-93F1-C842-BBEF-EA6F5A8D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680849-96D9-DD4B-8BEC-6C11059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D484075-CCE2-06DC-8892-DA644111D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91EB146-E429-F542-B185-DC14BCA9BC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D2AB89F7-7C87-3347-A0CB-FCEE9D36F083}"/>
              </a:ext>
            </a:extLst>
          </p:cNvPr>
          <p:cNvSpPr>
            <a:spLocks noChangeAspect="1"/>
          </p:cNvSpPr>
          <p:nvPr userDrawn="1"/>
        </p:nvSpPr>
        <p:spPr>
          <a:xfrm>
            <a:off x="564440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89" y="1137355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4" y="1964074"/>
            <a:ext cx="256840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2678806" y="5475222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1601532" y="2540998"/>
            <a:ext cx="3954547" cy="71999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D014D0C-7F5E-E12E-02BB-A9724977FA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9906" y="699318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3894592-A78C-994C-A7F8-16460B6D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20A79B4-2346-8146-8C5E-F662BBFF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039B130-0C8C-B466-3933-5C24EDE7A9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5516" y="5268771"/>
            <a:ext cx="1280364" cy="971797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187CC3-F105-CE4C-957B-55AE9DA6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0AB314-D5CA-6AC0-99E0-E72C3368C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5516" y="5268771"/>
            <a:ext cx="1280364" cy="9717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4708931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EB336E-B4FE-8931-ECB2-811B301559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1072" y="712647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3673" y="675726"/>
            <a:ext cx="184969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389467" y="347880"/>
            <a:ext cx="11413067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8144933" y="15921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389467" y="15921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C0E7254-BD5D-2667-AA3A-8C63030D612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66316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34928"/>
            <a:ext cx="1011938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LSTM-zhul/HUST-PP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华科简约主题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留边白底变体 </a:t>
            </a:r>
            <a:r>
              <a:rPr kumimoji="1" lang="en-US" altLang="zh-CN" dirty="0">
                <a:solidFill/>
              </a:rPr>
              <a:t>16:9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2026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18</a:t>
            </a:r>
            <a:r>
              <a:rPr kumimoji="1" lang="zh-CN" altLang="en-US" dirty="0">
                <a:solidFill/>
              </a:rPr>
              <a:t>日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2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3460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46540E-29F9-A549-A38D-317804E6E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E9DD6-0E53-A743-8DFD-3A7D6FE8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marL="0" indent="0">
              <a:buNone/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945FE0-91DB-0041-B7D3-AB30008B5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6C3731-7878-F147-A7A6-FBA9C78EB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 zhu from HUST 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r>
              <a:rPr kumimoji="1" lang="zh-CN" altLang="en-US" dirty="0">
                <a:solidFill/>
              </a:rPr>
              <a:t>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3A8CDA6-5FD1-8A46-B35A-19DAB5A1E9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5801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BE672-1080-B54D-82EF-1CF890951E6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03109-AD02-8241-8FBF-60B25151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3542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42ED0-E53D-464A-A6FF-FEC32B1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9A6F2-94C2-894C-ABA5-EE92E696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41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文字占位符 1">
            <a:extLst>
              <a:ext uri="{FF2B5EF4-FFF2-40B4-BE49-F238E27FC236}">
                <a16:creationId xmlns:a16="http://schemas.microsoft.com/office/drawing/2014/main" id="{7EAAC20F-1AC2-F040-B83D-94980F93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竖排标题 2">
            <a:extLst>
              <a:ext uri="{FF2B5EF4-FFF2-40B4-BE49-F238E27FC236}">
                <a16:creationId xmlns:a16="http://schemas.microsoft.com/office/drawing/2014/main" id="{AC5B918E-E9EE-4045-A8F1-CABD07115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</p:spTree>
    <p:extLst>
      <p:ext uri="{BB962C8B-B14F-4D97-AF65-F5344CB8AC3E}">
        <p14:creationId xmlns:p14="http://schemas.microsoft.com/office/powerpoint/2010/main" val="98335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16:9">
  <a:themeElements>
    <a:clrScheme name="自定义 10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4112</TotalTime>
  <Words>263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清华简约主题-留边-16:9</vt:lpstr>
      <vt:lpstr>华科简约主题PPT模板 留边白底变体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1186</cp:revision>
  <cp:lastPrinted>2020-04-04T02:50:47Z</cp:lastPrinted>
  <dcterms:created xsi:type="dcterms:W3CDTF">2020-01-04T07:43:38Z</dcterms:created>
  <dcterms:modified xsi:type="dcterms:W3CDTF">2026-01-18T03:31:42Z</dcterms:modified>
</cp:coreProperties>
</file>