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8" r:id="rId1"/>
  </p:sldMasterIdLst>
  <p:notesMasterIdLst>
    <p:notesMasterId r:id="rId10"/>
  </p:notesMasterIdLst>
  <p:sldIdLst>
    <p:sldId id="256" r:id="rId2"/>
    <p:sldId id="258" r:id="rId3"/>
    <p:sldId id="260" r:id="rId4"/>
    <p:sldId id="269" r:id="rId5"/>
    <p:sldId id="271" r:id="rId6"/>
    <p:sldId id="268" r:id="rId7"/>
    <p:sldId id="27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874"/>
    <a:srgbClr val="5C307D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885"/>
    <p:restoredTop sz="86370"/>
  </p:normalViewPr>
  <p:slideViewPr>
    <p:cSldViewPr snapToGrid="0" snapToObjects="1">
      <p:cViewPr varScale="1">
        <p:scale>
          <a:sx n="53" d="100"/>
          <a:sy n="53" d="100"/>
        </p:scale>
        <p:origin x="200" y="1384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11C919A1-7361-1F44-B599-7E9DB3DD7A32}"/>
              </a:ext>
            </a:extLst>
          </p:cNvPr>
          <p:cNvSpPr/>
          <p:nvPr userDrawn="1"/>
        </p:nvSpPr>
        <p:spPr>
          <a:xfrm>
            <a:off x="378178" y="1750294"/>
            <a:ext cx="11435645" cy="2323425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27E11570-1C13-394D-8C65-136BC3D04ED2}"/>
              </a:ext>
            </a:extLst>
          </p:cNvPr>
          <p:cNvSpPr/>
          <p:nvPr userDrawn="1"/>
        </p:nvSpPr>
        <p:spPr>
          <a:xfrm>
            <a:off x="8382000" y="4155707"/>
            <a:ext cx="3431823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FB5F265-5FC7-B54E-AB48-4D8DA46E458F}"/>
              </a:ext>
            </a:extLst>
          </p:cNvPr>
          <p:cNvSpPr/>
          <p:nvPr userDrawn="1"/>
        </p:nvSpPr>
        <p:spPr>
          <a:xfrm>
            <a:off x="378177" y="4155707"/>
            <a:ext cx="7918756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3FE9298-60C2-9548-BC1E-E8694904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9226" y="1921565"/>
            <a:ext cx="10993549" cy="1961322"/>
          </a:xfrm>
          <a:prstGeom prst="rect">
            <a:avLst/>
          </a:prstGeom>
          <a:ln>
            <a:solidFill/>
          </a:ln>
          <a:effectLst/>
        </p:spPr>
        <p:txBody>
          <a:bodyPr anchor="ctr">
            <a:normAutofit/>
          </a:bodyPr>
          <a:lstStyle>
            <a:lvl1pPr algn="ctr">
              <a:defRPr lang="en-US" altLang="en-US" sz="3600" b="0" kern="1200" cap="none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4352306"/>
            <a:ext cx="10993546" cy="1340999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2000" cap="none" baseline="0">
                <a:solidFill>
                  <a:srgbClr val="6608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单击此处编辑母版副标题样式</a:t>
            </a:r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7C9BA39-4396-944E-8847-8AA1FB4D7E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5956139"/>
            <a:ext cx="284479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046AEFE-93F1-C842-BBEF-EA6F5A8D9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5951813"/>
            <a:ext cx="6917211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C680849-96D9-DD4B-8BEC-6C110599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5956139"/>
            <a:ext cx="1052508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D484075-CCE2-06DC-8892-DA644111D2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8988" y="257638"/>
            <a:ext cx="3223846" cy="755992"/>
          </a:xfrm>
          <a:prstGeom prst="rect">
            <a:avLst/>
          </a:prstGeom>
          <a:ln>
            <a:solidFill/>
          </a:ln>
        </p:spPr>
      </p:pic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4" y="2180498"/>
            <a:ext cx="11029615" cy="3678303"/>
          </a:xfrm>
          <a:ln>
            <a:solidFill/>
          </a:ln>
        </p:spPr>
        <p:txBody>
          <a:bodyPr/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1" y="5956139"/>
            <a:ext cx="1052508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标题 7">
            <a:extLst>
              <a:ext uri="{FF2B5EF4-FFF2-40B4-BE49-F238E27FC236}">
                <a16:creationId xmlns:a16="http://schemas.microsoft.com/office/drawing/2014/main" id="{C91EB146-E429-F542-B185-DC14BCA9BC59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6">
            <a:extLst>
              <a:ext uri="{FF2B5EF4-FFF2-40B4-BE49-F238E27FC236}">
                <a16:creationId xmlns:a16="http://schemas.microsoft.com/office/drawing/2014/main" id="{D2AB89F7-7C87-3347-A0CB-FCEE9D36F083}"/>
              </a:ext>
            </a:extLst>
          </p:cNvPr>
          <p:cNvSpPr>
            <a:spLocks noChangeAspect="1"/>
          </p:cNvSpPr>
          <p:nvPr userDrawn="1"/>
        </p:nvSpPr>
        <p:spPr>
          <a:xfrm>
            <a:off x="564440" y="599725"/>
            <a:ext cx="2906817" cy="581695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4289" y="1137355"/>
            <a:ext cx="6066519" cy="4583289"/>
          </a:xfrm>
          <a:ln>
            <a:solidFill/>
          </a:ln>
        </p:spPr>
        <p:txBody>
          <a:bodyPr anchor="ctr">
            <a:normAutofit/>
          </a:bodyPr>
          <a:lstStyle>
            <a:lvl1pPr algn="l">
              <a:defRPr sz="3200"/>
            </a:lvl1pPr>
            <a:lvl2pPr algn="l">
              <a:defRPr sz="2800"/>
            </a:lvl2pPr>
            <a:lvl3pPr algn="l">
              <a:defRPr sz="2400"/>
            </a:lvl3pPr>
            <a:lvl4pPr algn="l">
              <a:defRPr sz="2000"/>
            </a:lvl4pPr>
            <a:lvl5pPr algn="l">
              <a:defRPr sz="2000"/>
            </a:lvl5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79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774" y="1964074"/>
            <a:ext cx="2568408" cy="2929850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ctr">
              <a:defRPr sz="3600"/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F5609871-59AA-714A-B688-568A52C6B22B}"/>
              </a:ext>
            </a:extLst>
          </p:cNvPr>
          <p:cNvSpPr/>
          <p:nvPr userDrawn="1"/>
        </p:nvSpPr>
        <p:spPr>
          <a:xfrm rot="5400000">
            <a:off x="2678806" y="5475222"/>
            <a:ext cx="1800000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 rot="5400000">
            <a:off x="1601532" y="2540998"/>
            <a:ext cx="3954547" cy="71999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D014D0C-7F5E-E12E-02BB-A9724977FA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9906" y="699318"/>
            <a:ext cx="1280364" cy="97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>
            <a:extLst>
              <a:ext uri="{FF2B5EF4-FFF2-40B4-BE49-F238E27FC236}">
                <a16:creationId xmlns:a16="http://schemas.microsoft.com/office/drawing/2014/main" id="{7DE89DA6-356D-194E-8935-6C10024491A7}"/>
              </a:ext>
            </a:extLst>
          </p:cNvPr>
          <p:cNvSpPr>
            <a:spLocks noChangeAspect="1"/>
          </p:cNvSpPr>
          <p:nvPr userDrawn="1"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DB8D1A-12A8-B34E-ABB0-AFDEDA44F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D8C8D98C-AAE6-6D4F-8FDD-A93E2E112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ln>
            <a:solidFill/>
          </a:ln>
        </p:spPr>
        <p:txBody>
          <a:bodyPr anchor="t">
            <a:normAutofit/>
          </a:bodyPr>
          <a:lstStyle>
            <a:lvl1pPr marL="0" indent="0" algn="l">
              <a:buNone/>
              <a:defRPr sz="1800" cap="none" baseline="0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63894592-A78C-994C-A7F8-16460B6D00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799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20A79B4-2346-8146-8C5E-F662BBFFD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039B130-0C8C-B466-3933-5C24EDE7A9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5516" y="5268771"/>
            <a:ext cx="1280364" cy="971797"/>
          </a:xfrm>
          <a:prstGeom prst="rect">
            <a:avLst/>
          </a:prstGeom>
        </p:spPr>
      </p:pic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C7187CC3-F105-CE4C-957B-55AE9DA6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10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  <a:ln>
            <a:solidFill/>
          </a:ln>
        </p:spPr>
        <p:txBody>
          <a:bodyPr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  <a:ln>
            <a:solidFill/>
          </a:ln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  <a:ln>
            <a:solidFill/>
          </a:ln>
        </p:spPr>
        <p:txBody>
          <a:bodyPr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E5F10BF9-D5CD-1D48-BAAA-1C82ACBE3EEC}"/>
              </a:ext>
            </a:extLst>
          </p:cNvPr>
          <p:cNvSpPr/>
          <p:nvPr userDrawn="1"/>
        </p:nvSpPr>
        <p:spPr>
          <a:xfrm>
            <a:off x="8144933" y="436481"/>
            <a:ext cx="3657601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591DCB4B-F7F0-EB42-A850-558FBD4EBF7E}"/>
              </a:ext>
            </a:extLst>
          </p:cNvPr>
          <p:cNvSpPr/>
          <p:nvPr userDrawn="1"/>
        </p:nvSpPr>
        <p:spPr>
          <a:xfrm>
            <a:off x="389467" y="436481"/>
            <a:ext cx="7687733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50AB314-D5CA-6AC0-99E0-E72C3368CF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15516" y="5268771"/>
            <a:ext cx="1280364" cy="9717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ln>
            <a:solidFill/>
          </a:ln>
        </p:spPr>
        <p:txBody>
          <a:bodyPr anchor="ctr">
            <a:normAutofit/>
          </a:bodyPr>
          <a:lstStyle>
            <a:lvl1pPr algn="l">
              <a:defRPr sz="2400" b="0">
                <a:solidFill>
                  <a:schemeClr val="bg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  <a:ln>
            <a:solidFill/>
          </a:ln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4" y="5262298"/>
            <a:ext cx="4708931" cy="689515"/>
          </a:xfrm>
          <a:ln>
            <a:solidFill/>
          </a:ln>
        </p:spPr>
        <p:txBody>
          <a:bodyPr anchor="ctr">
            <a:normAutofit/>
          </a:bodyPr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ln>
            <a:solidFill/>
          </a:ln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  <a:ln>
            <a:solid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pPr>
              <a:defRPr>
                <a:solidFill/>
              </a:defRPr>
            </a:pPr>
            <a:r>
              <a:rPr lang="zh-CN" altLang="en-US">
                <a:solidFill/>
              </a:rPr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9"/>
            <a:ext cx="11029617" cy="598671"/>
          </a:xfrm>
          <a:ln>
            <a:solidFill/>
          </a:ln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F9AFCA-0D8E-7C4B-9EE4-15258FA226B6}"/>
              </a:ext>
            </a:extLst>
          </p:cNvPr>
          <p:cNvSpPr/>
          <p:nvPr userDrawn="1"/>
        </p:nvSpPr>
        <p:spPr>
          <a:xfrm>
            <a:off x="8144933" y="436481"/>
            <a:ext cx="3657601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93E312-E758-E548-90FC-22E1E7EC6CCE}"/>
              </a:ext>
            </a:extLst>
          </p:cNvPr>
          <p:cNvSpPr/>
          <p:nvPr userDrawn="1"/>
        </p:nvSpPr>
        <p:spPr>
          <a:xfrm>
            <a:off x="389467" y="436481"/>
            <a:ext cx="7687733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ln>
            <a:solidFill/>
          </a:ln>
        </p:spPr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  <a:ln>
            <a:solidFill/>
          </a:ln>
        </p:spPr>
        <p:txBody>
          <a:bodyPr vert="eaVert" anchor="t"/>
          <a:lstStyle/>
          <a:p>
            <a:pPr lvl="0">
              <a:defRPr>
                <a:solidFill/>
              </a:defRPr>
            </a:pPr>
            <a:r>
              <a:rPr lang="zh-CN" altLang="en-US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>
                <a:solidFill/>
              </a:rPr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9D8F7654-F738-DB4A-BDC9-C147359A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A49875D8-CF05-584E-A606-B0C7A6C66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  <a:ln>
            <a:solidFill/>
          </a:ln>
        </p:spPr>
        <p:txBody>
          <a:bodyPr/>
          <a:lstStyle/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4FDE4144-AE9C-764C-8F13-6FBD3DFF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  <a:ln>
            <a:solidFill/>
          </a:ln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CEB336E-B4FE-8931-ECB2-811B301559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31072" y="712647"/>
            <a:ext cx="1280364" cy="971797"/>
          </a:xfrm>
          <a:prstGeom prst="rect">
            <a:avLst/>
          </a:prstGeom>
        </p:spPr>
      </p:pic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993673" y="675726"/>
            <a:ext cx="1849692" cy="5183073"/>
          </a:xfrm>
          <a:prstGeom prst="rect">
            <a:avLst/>
          </a:prstGeom>
          <a:ln>
            <a:solidFill/>
          </a:ln>
        </p:spPr>
        <p:txBody>
          <a:bodyPr vert="eaVert" anchor="b"/>
          <a:lstStyle/>
          <a:p>
            <a:pPr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D465EDF8-BCFD-134D-9B0D-9430B7390985}"/>
              </a:ext>
            </a:extLst>
          </p:cNvPr>
          <p:cNvSpPr>
            <a:spLocks noChangeAspect="1"/>
          </p:cNvSpPr>
          <p:nvPr userDrawn="1"/>
        </p:nvSpPr>
        <p:spPr>
          <a:xfrm>
            <a:off x="389467" y="347880"/>
            <a:ext cx="11413067" cy="1189298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EB4E09BB-6BE0-EA44-AA53-9AE037BE7450}"/>
              </a:ext>
            </a:extLst>
          </p:cNvPr>
          <p:cNvSpPr/>
          <p:nvPr userDrawn="1"/>
        </p:nvSpPr>
        <p:spPr>
          <a:xfrm>
            <a:off x="8144933" y="1592181"/>
            <a:ext cx="3657601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4F762D50-DB36-754B-B4EC-1EBF590E4A4F}"/>
              </a:ext>
            </a:extLst>
          </p:cNvPr>
          <p:cNvSpPr/>
          <p:nvPr userDrawn="1"/>
        </p:nvSpPr>
        <p:spPr>
          <a:xfrm>
            <a:off x="389467" y="1592181"/>
            <a:ext cx="7687733" cy="72000"/>
          </a:xfrm>
          <a:prstGeom prst="rect">
            <a:avLst/>
          </a:prstGeom>
          <a:solidFill>
            <a:srgbClr val="004B83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>
              <a:defRPr>
                <a:solidFill/>
              </a:defRPr>
            </a:pP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t">
            <a:normAutofit/>
          </a:bodyPr>
          <a:lstStyle/>
          <a:p>
            <a:pPr lvl="0">
              <a:defRPr>
                <a:solidFill/>
              </a:defRPr>
            </a:pPr>
            <a:r>
              <a:rPr lang="zh-CN" altLang="en-US" dirty="0">
                <a:solidFill/>
              </a:rPr>
              <a:t>单击此处编辑母版文本样式</a:t>
            </a:r>
          </a:p>
          <a:p>
            <a:pPr lvl="1">
              <a:defRPr>
                <a:solidFill/>
              </a:defRPr>
            </a:pPr>
            <a:r>
              <a:rPr lang="zh-CN" altLang="en-US" dirty="0">
                <a:solidFill/>
              </a:rPr>
              <a:t>二级</a:t>
            </a:r>
          </a:p>
          <a:p>
            <a:pPr lvl="2">
              <a:defRPr>
                <a:solidFill/>
              </a:defRPr>
            </a:pPr>
            <a:r>
              <a:rPr lang="zh-CN" altLang="en-US" dirty="0">
                <a:solidFill/>
              </a:rPr>
              <a:t>三级</a:t>
            </a:r>
          </a:p>
          <a:p>
            <a:pPr lvl="3">
              <a:defRPr>
                <a:solidFill/>
              </a:defRPr>
            </a:pPr>
            <a:r>
              <a:rPr lang="zh-CN" altLang="en-US" dirty="0">
                <a:solidFill/>
              </a:rPr>
              <a:t>四级</a:t>
            </a:r>
          </a:p>
          <a:p>
            <a:pPr lvl="4">
              <a:defRPr>
                <a:solidFill/>
              </a:defRPr>
            </a:pPr>
            <a:r>
              <a:rPr lang="zh-CN" altLang="en-US" dirty="0">
                <a:solidFill/>
              </a:rPr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3" y="5956139"/>
            <a:ext cx="2844799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E4551058-E5DB-324A-A8E9-6D3BEF243C3B}" type="datetimeFigureOut">
              <a:rPr kumimoji="1" lang="zh-CN" altLang="en-US" smtClean="0"/>
              <a:t>2026/1/21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3"/>
            <a:ext cx="6917211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5956139"/>
            <a:ext cx="1052511" cy="365125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>
              <a:defRPr>
                <a:solidFill/>
              </a:defRPr>
            </a:pPr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C0E7254-BD5D-2667-AA3A-8C63030D6121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466316" y="455471"/>
            <a:ext cx="1280364" cy="971797"/>
          </a:xfrm>
          <a:prstGeom prst="rect">
            <a:avLst/>
          </a:prstGeom>
        </p:spPr>
      </p:pic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434928"/>
            <a:ext cx="10119381" cy="1015200"/>
          </a:xfrm>
          <a:prstGeom prst="rect">
            <a:avLst/>
          </a:prstGeom>
          <a:ln>
            <a:solidFill/>
          </a:ln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LSTM-zhul/HUST-PP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tomiechen/THU-PPT-Theme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5C4A8A-A46B-8D41-8F44-8C17E1B63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华科简约主题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</a:t>
            </a:r>
            <a:br>
              <a:rPr kumimoji="1" lang="en-US" altLang="zh-CN" dirty="0"/>
            </a:br>
            <a:r>
              <a:rPr kumimoji="1" lang="zh-CN" altLang="en-US" dirty="0">
                <a:solidFill/>
              </a:rPr>
              <a:t>留边白底变体 </a:t>
            </a:r>
            <a:r>
              <a:rPr kumimoji="1" lang="en-US" altLang="zh-CN" dirty="0">
                <a:solidFill/>
              </a:rPr>
              <a:t>16:9</a:t>
            </a: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B7C49AC-161B-B74A-A7A2-0878EABB0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东五楼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2026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 dirty="0">
                <a:solidFill/>
              </a:rPr>
              <a:t>18</a:t>
            </a:r>
            <a:r>
              <a:rPr kumimoji="1" lang="zh-CN" altLang="en-US" dirty="0">
                <a:solidFill/>
              </a:rPr>
              <a:t>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2544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目录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这里可以写你的目录内容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二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三</a:t>
            </a:r>
          </a:p>
        </p:txBody>
      </p:sp>
    </p:spTree>
    <p:extLst>
      <p:ext uri="{BB962C8B-B14F-4D97-AF65-F5344CB8AC3E}">
        <p14:creationId xmlns:p14="http://schemas.microsoft.com/office/powerpoint/2010/main" val="749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10E1DE6-4AA7-1948-9434-A4F23538515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在</a:t>
            </a:r>
            <a:r>
              <a:rPr kumimoji="1" lang="en-US" altLang="zh-CN" dirty="0">
                <a:solidFill/>
              </a:rPr>
              <a:t>PowerPoint</a:t>
            </a:r>
            <a:r>
              <a:rPr kumimoji="1" lang="zh-CN" altLang="en-US" dirty="0">
                <a:solidFill/>
              </a:rPr>
              <a:t>的新建幻灯片的选项卡里，可以自己选择合适的页面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本华科主题模板实际上编辑了幻灯片母版，使图案和配色固定下来，使用时可类似于使用</a:t>
            </a:r>
            <a:r>
              <a:rPr kumimoji="1" lang="en-US" altLang="zh-CN" dirty="0">
                <a:solidFill/>
              </a:rPr>
              <a:t>office</a:t>
            </a:r>
            <a:r>
              <a:rPr kumimoji="1" lang="zh-CN" altLang="en-US" dirty="0">
                <a:solidFill/>
              </a:rPr>
              <a:t>自带模板一样不必为模板细节操心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如果需要定制，可自行编辑幻灯片母版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这个</a:t>
            </a:r>
            <a:r>
              <a:rPr kumimoji="1" lang="en-US" altLang="zh-CN" dirty="0">
                <a:solidFill/>
              </a:rPr>
              <a:t>PPT</a:t>
            </a:r>
            <a:r>
              <a:rPr kumimoji="1" lang="zh-CN" altLang="en-US" dirty="0">
                <a:solidFill/>
              </a:rPr>
              <a:t>模板来自：</a:t>
            </a:r>
            <a:r>
              <a:rPr kumimoji="1" lang="en-US" altLang="zh-CN" dirty="0">
                <a:solidFill/>
                <a:hlinkClick r:id="rId2"/>
              </a:rPr>
              <a:t>https://github.com/LSTM-zhul/HUST-PPT</a:t>
            </a:r>
            <a:endParaRPr kumimoji="1" lang="en-US" altLang="zh-CN" dirty="0"/>
          </a:p>
          <a:p>
            <a:pPr lvl="1">
              <a:defRPr>
                <a:solidFill/>
              </a:defRPr>
            </a:pPr>
            <a:r>
              <a:rPr kumimoji="1" lang="zh-CN" altLang="en-US" dirty="0">
                <a:solidFill/>
              </a:rPr>
              <a:t>如果大家喜欢，欢迎给我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，也欢迎</a:t>
            </a:r>
            <a:r>
              <a:rPr kumimoji="1" lang="en-US" altLang="zh-CN" dirty="0">
                <a:solidFill/>
              </a:rPr>
              <a:t>PR</a:t>
            </a:r>
            <a:r>
              <a:rPr kumimoji="1" lang="zh-CN" altLang="en-US" dirty="0">
                <a:solidFill/>
              </a:rPr>
              <a:t>贡献更多变体！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en-US" altLang="zh-CN" dirty="0"/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3FF93AD-B291-5347-AC70-D7287ABA5C8E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使用方法</a:t>
            </a:r>
          </a:p>
        </p:txBody>
      </p:sp>
    </p:spTree>
    <p:extLst>
      <p:ext uri="{BB962C8B-B14F-4D97-AF65-F5344CB8AC3E}">
        <p14:creationId xmlns:p14="http://schemas.microsoft.com/office/powerpoint/2010/main" val="2346033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A46540E-29F9-A549-A38D-317804E6E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Foo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2E9DD6-0E53-A743-8DFD-3A7D6FE8A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东五楼又迎来了一批在籍毕业生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异构多智能体协同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一行不够，两行充数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更多页面款式供你选！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  <a:hlinkClick r:id="rId2"/>
              </a:rPr>
              <a:t>https://github.com/LSTM-zhul/HUST-PPT</a:t>
            </a:r>
            <a:endParaRPr kumimoji="1" lang="en-US" altLang="zh-CN" dirty="0"/>
          </a:p>
          <a:p>
            <a:pPr marL="0" indent="0">
              <a:buNone/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C945FE0-91DB-0041-B7D3-AB30008B50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Bar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56C3731-7878-F147-A7A6-FBA9C78EB4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" altLang="zh-CN" dirty="0">
                <a:solidFill/>
              </a:rPr>
              <a:t>Made by</a:t>
            </a:r>
            <a:r>
              <a:rPr kumimoji="1" lang="zh-CN" altLang="en-US" dirty="0">
                <a:solidFill/>
              </a:rPr>
              <a:t> </a:t>
            </a:r>
            <a:r>
              <a:rPr kumimoji="1" lang="en" altLang="zh-CN" dirty="0">
                <a:solidFill/>
              </a:rPr>
              <a:t>liang zhu from HUST </a:t>
            </a:r>
          </a:p>
          <a:p>
            <a:pPr>
              <a:defRPr>
                <a:solidFill/>
              </a:defRPr>
            </a:pPr>
            <a:r>
              <a:rPr lang="en" altLang="zh-CN" dirty="0"/>
              <a:t>Heterogeneous</a:t>
            </a:r>
            <a:r>
              <a:rPr lang="zh-CN" altLang="en-US" dirty="0"/>
              <a:t> </a:t>
            </a:r>
            <a:r>
              <a:rPr lang="en-US" altLang="zh-CN" dirty="0"/>
              <a:t>multi-agents</a:t>
            </a:r>
            <a:endParaRPr kumimoji="1" lang="en-US" altLang="zh-CN" dirty="0">
              <a:solidFill/>
            </a:endParaRPr>
          </a:p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r>
              <a:rPr kumimoji="1" lang="zh-CN" altLang="en-US" dirty="0">
                <a:solidFill/>
              </a:rPr>
              <a:t>做了一个清净的主题模板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欢迎大家</a:t>
            </a:r>
            <a:r>
              <a:rPr kumimoji="1" lang="zh-CN" altLang="en-US" dirty="0">
                <a:solidFill/>
              </a:rPr>
              <a:t>广而传播使用！</a:t>
            </a:r>
            <a:endParaRPr kumimoji="1" lang="en" altLang="zh-CN" dirty="0"/>
          </a:p>
          <a:p>
            <a:pPr>
              <a:defRPr>
                <a:solidFill/>
              </a:defRPr>
            </a:pPr>
            <a:r>
              <a:rPr kumimoji="1" lang="zh-CN" altLang="en" dirty="0">
                <a:solidFill/>
              </a:rPr>
              <a:t>链接</a:t>
            </a:r>
            <a:r>
              <a:rPr kumimoji="1" lang="zh-CN" altLang="en-US" dirty="0">
                <a:solidFill/>
              </a:rPr>
              <a:t>点开之后颜色会有变化（欢迎</a:t>
            </a:r>
            <a:r>
              <a:rPr kumimoji="1" lang="en-US" altLang="zh-CN" dirty="0">
                <a:solidFill/>
              </a:rPr>
              <a:t>star</a:t>
            </a:r>
            <a:r>
              <a:rPr kumimoji="1" lang="zh-CN" altLang="en-US" dirty="0">
                <a:solidFill/>
              </a:rPr>
              <a:t>）</a:t>
            </a:r>
            <a:endParaRPr kumimoji="1" lang="en-US" altLang="zh-CN" dirty="0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93A8CDA6-5FD1-8A46-B35A-19DAB5A1E93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紫菘舍</a:t>
            </a:r>
          </a:p>
        </p:txBody>
      </p:sp>
    </p:spTree>
    <p:extLst>
      <p:ext uri="{BB962C8B-B14F-4D97-AF65-F5344CB8AC3E}">
        <p14:creationId xmlns:p14="http://schemas.microsoft.com/office/powerpoint/2010/main" val="580109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DBE672-1080-B54D-82EF-1CF890951E65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可以使用的页面如上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903109-AD02-8241-8FBF-60B2515145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本页空白比较大，可以放图等内容</a:t>
            </a:r>
          </a:p>
        </p:txBody>
      </p:sp>
    </p:spTree>
    <p:extLst>
      <p:ext uri="{BB962C8B-B14F-4D97-AF65-F5344CB8AC3E}">
        <p14:creationId xmlns:p14="http://schemas.microsoft.com/office/powerpoint/2010/main" val="335428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D42ED0-E53D-464A-A6FF-FEC32B166655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下一个章节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C69A6F2-94C2-894C-ABA5-EE92E6967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我们需要进入一些</a:t>
            </a:r>
            <a:r>
              <a:rPr kumimoji="1" lang="en-US" altLang="zh-CN" dirty="0">
                <a:solidFill/>
              </a:rPr>
              <a:t>details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01415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文字占位符 1">
            <a:extLst>
              <a:ext uri="{FF2B5EF4-FFF2-40B4-BE49-F238E27FC236}">
                <a16:creationId xmlns:a16="http://schemas.microsoft.com/office/drawing/2014/main" id="{7EAAC20F-1AC2-F040-B83D-94980F934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这里还可以写一些竖排文本，效果大概是这样的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异构多智能体协同</a:t>
            </a:r>
          </a:p>
          <a:p>
            <a:pPr>
              <a:defRPr>
                <a:solidFill/>
              </a:defRPr>
            </a:pPr>
            <a:endParaRPr kumimoji="1" lang="zh-CN" altLang="en-US" dirty="0"/>
          </a:p>
        </p:txBody>
      </p:sp>
      <p:sp>
        <p:nvSpPr>
          <p:cNvPr id="3" name="竖排标题 2">
            <a:extLst>
              <a:ext uri="{FF2B5EF4-FFF2-40B4-BE49-F238E27FC236}">
                <a16:creationId xmlns:a16="http://schemas.microsoft.com/office/drawing/2014/main" id="{AC5B918E-E9EE-4045-A8F1-CABD071154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竖排文本</a:t>
            </a:r>
          </a:p>
        </p:txBody>
      </p:sp>
    </p:spTree>
    <p:extLst>
      <p:ext uri="{BB962C8B-B14F-4D97-AF65-F5344CB8AC3E}">
        <p14:creationId xmlns:p14="http://schemas.microsoft.com/office/powerpoint/2010/main" val="983356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zh-CN" altLang="en-US" dirty="0">
                <a:solidFill/>
              </a:rPr>
              <a:t>感谢使用和支持！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pPr>
              <a:defRPr>
                <a:solidFill/>
              </a:defRPr>
            </a:pPr>
            <a:r>
              <a:rPr kumimoji="1" lang="en-US" altLang="zh-CN" dirty="0" err="1">
                <a:solidFill/>
              </a:rPr>
              <a:t>zhu</a:t>
            </a:r>
            <a:endParaRPr kumimoji="1" lang="en-US" altLang="zh-CN" dirty="0"/>
          </a:p>
          <a:p>
            <a:pPr>
              <a:defRPr>
                <a:solidFill/>
              </a:defRPr>
            </a:pPr>
            <a:r>
              <a:rPr kumimoji="1" lang="en-US" altLang="zh-CN" dirty="0">
                <a:solidFill/>
              </a:rPr>
              <a:t>9999</a:t>
            </a:r>
            <a:r>
              <a:rPr kumimoji="1" lang="zh-CN" altLang="en-US" dirty="0">
                <a:solidFill/>
              </a:rPr>
              <a:t>年</a:t>
            </a:r>
            <a:r>
              <a:rPr kumimoji="1" lang="en-US" altLang="zh-CN" dirty="0">
                <a:solidFill/>
              </a:rPr>
              <a:t>13</a:t>
            </a:r>
            <a:r>
              <a:rPr kumimoji="1" lang="zh-CN" altLang="en-US" dirty="0">
                <a:solidFill/>
              </a:rPr>
              <a:t>月</a:t>
            </a:r>
            <a:r>
              <a:rPr kumimoji="1" lang="en-US" altLang="zh-CN" dirty="0">
                <a:solidFill/>
              </a:rPr>
              <a:t>32</a:t>
            </a:r>
            <a:r>
              <a:rPr kumimoji="1" lang="zh-CN" altLang="en-US" dirty="0">
                <a:solidFill/>
              </a:rPr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留边-16:9">
  <a:themeElements>
    <a:clrScheme name="自定义 10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004B83"/>
      </a:accent1>
      <a:accent2>
        <a:srgbClr val="004B83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4112</TotalTime>
  <Words>262</Words>
  <Application>Microsoft Macintosh PowerPoint</Application>
  <PresentationFormat>宽屏</PresentationFormat>
  <Paragraphs>38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Gill Sans MT</vt:lpstr>
      <vt:lpstr>Wingdings 2</vt:lpstr>
      <vt:lpstr>清华简约主题-留边-16:9</vt:lpstr>
      <vt:lpstr>华科简约主题PPT模板 留边白底变体 16:9</vt:lpstr>
      <vt:lpstr>目录</vt:lpstr>
      <vt:lpstr>使用方法</vt:lpstr>
      <vt:lpstr>紫菘舍</vt:lpstr>
      <vt:lpstr>可以使用的页面如上</vt:lpstr>
      <vt:lpstr>下一个章节</vt:lpstr>
      <vt:lpstr>竖排文本</vt:lpstr>
      <vt:lpstr>感谢使用和支持！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朱亮</dc:creator>
  <cp:lastModifiedBy>亮 朱</cp:lastModifiedBy>
  <cp:revision>1187</cp:revision>
  <cp:lastPrinted>2020-04-04T02:50:47Z</cp:lastPrinted>
  <dcterms:created xsi:type="dcterms:W3CDTF">2020-01-04T07:43:38Z</dcterms:created>
  <dcterms:modified xsi:type="dcterms:W3CDTF">2026-01-21T03:37:10Z</dcterms:modified>
</cp:coreProperties>
</file>