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58" r:id="rId1"/>
  </p:sldMasterIdLst>
  <p:notesMasterIdLst>
    <p:notesMasterId r:id="rId11"/>
  </p:notesMasterIdLst>
  <p:sldIdLst>
    <p:sldId id="270" r:id="rId2"/>
    <p:sldId id="258" r:id="rId3"/>
    <p:sldId id="268" r:id="rId4"/>
    <p:sldId id="267" r:id="rId5"/>
    <p:sldId id="265" r:id="rId6"/>
    <p:sldId id="271" r:id="rId7"/>
    <p:sldId id="272" r:id="rId8"/>
    <p:sldId id="261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B83"/>
    <a:srgbClr val="FFFFFF"/>
    <a:srgbClr val="660874"/>
    <a:srgbClr val="5C307D"/>
    <a:srgbClr val="F6F4F7"/>
    <a:srgbClr val="93549F"/>
    <a:srgbClr val="FEFDFF"/>
    <a:srgbClr val="E1DF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1348"/>
    <p:restoredTop sz="86378"/>
  </p:normalViewPr>
  <p:slideViewPr>
    <p:cSldViewPr snapToGrid="0" snapToObjects="1">
      <p:cViewPr varScale="1">
        <p:scale>
          <a:sx n="90" d="100"/>
          <a:sy n="90" d="100"/>
        </p:scale>
        <p:origin x="200" y="1072"/>
      </p:cViewPr>
      <p:guideLst/>
    </p:cSldViewPr>
  </p:slideViewPr>
  <p:outlineViewPr>
    <p:cViewPr>
      <p:scale>
        <a:sx n="33" d="100"/>
        <a:sy n="33" d="100"/>
      </p:scale>
      <p:origin x="0" y="-1140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A51940-DB52-3B48-AABB-9C7938529E4E}" type="datetimeFigureOut">
              <a:rPr kumimoji="1" lang="zh-CN" altLang="en-US" smtClean="0"/>
              <a:t>2026/1/18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18717E-F74C-4246-A795-6577BEDC838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152982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18717E-F74C-4246-A795-6577BEDC8382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172475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组合 24">
            <a:extLst>
              <a:ext uri="{FF2B5EF4-FFF2-40B4-BE49-F238E27FC236}">
                <a16:creationId xmlns:a16="http://schemas.microsoft.com/office/drawing/2014/main" id="{7801A0AD-A4D9-2B48-AB5E-2388481E37AE}"/>
              </a:ext>
            </a:extLst>
          </p:cNvPr>
          <p:cNvGrpSpPr/>
          <p:nvPr userDrawn="1"/>
        </p:nvGrpSpPr>
        <p:grpSpPr>
          <a:xfrm>
            <a:off x="449419" y="1736371"/>
            <a:ext cx="8245162" cy="1903301"/>
            <a:chOff x="599225" y="1921565"/>
            <a:chExt cx="10993549" cy="1903301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47A9D506-C91D-DF44-8641-48F37CD3C15A}"/>
                </a:ext>
              </a:extLst>
            </p:cNvPr>
            <p:cNvSpPr/>
            <p:nvPr userDrawn="1"/>
          </p:nvSpPr>
          <p:spPr>
            <a:xfrm>
              <a:off x="599225" y="1921565"/>
              <a:ext cx="10993549" cy="190330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>
                  <a:solidFill/>
                </a:defRPr>
              </a:pPr>
              <a:endParaRPr kumimoji="1" lang="zh-CN" altLang="en-US" sz="1800"/>
            </a:p>
          </p:txBody>
        </p:sp>
        <p:sp>
          <p:nvSpPr>
            <p:cNvPr id="18" name="半闭框 17">
              <a:extLst>
                <a:ext uri="{FF2B5EF4-FFF2-40B4-BE49-F238E27FC236}">
                  <a16:creationId xmlns:a16="http://schemas.microsoft.com/office/drawing/2014/main" id="{A1E2328B-A4C4-764E-ACC8-998B2E63C537}"/>
                </a:ext>
              </a:extLst>
            </p:cNvPr>
            <p:cNvSpPr/>
            <p:nvPr userDrawn="1"/>
          </p:nvSpPr>
          <p:spPr>
            <a:xfrm>
              <a:off x="599225" y="1921565"/>
              <a:ext cx="1071531" cy="867934"/>
            </a:xfrm>
            <a:prstGeom prst="halfFrame">
              <a:avLst>
                <a:gd name="adj1" fmla="val 23474"/>
                <a:gd name="adj2" fmla="val 23475"/>
              </a:avLst>
            </a:prstGeom>
            <a:solidFill>
              <a:srgbClr val="004B83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>
                  <a:solidFill/>
                </a:defRPr>
              </a:pPr>
              <a:endParaRPr kumimoji="1" lang="zh-CN" altLang="en-US" sz="1800" dirty="0">
                <a:solidFill>
                  <a:schemeClr val="tx1"/>
                </a:solidFill>
              </a:endParaRPr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0533506A-6FCC-464D-8406-9673E74408CF}"/>
                </a:ext>
              </a:extLst>
            </p:cNvPr>
            <p:cNvSpPr/>
            <p:nvPr userDrawn="1"/>
          </p:nvSpPr>
          <p:spPr>
            <a:xfrm>
              <a:off x="9708443" y="3658705"/>
              <a:ext cx="1884329" cy="166161"/>
            </a:xfrm>
            <a:prstGeom prst="rect">
              <a:avLst/>
            </a:prstGeom>
            <a:solidFill>
              <a:srgbClr val="004B83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>
                <a:defRPr>
                  <a:solidFill/>
                </a:defRPr>
              </a:pPr>
              <a:endParaRPr kumimoji="1"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43FE9298-60C2-9548-BC1E-E8694904B3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2377" y="2028084"/>
            <a:ext cx="7699248" cy="1356406"/>
          </a:xfrm>
          <a:prstGeom prst="rect">
            <a:avLst/>
          </a:prstGeom>
          <a:ln>
            <a:solidFill/>
          </a:ln>
          <a:effectLst/>
        </p:spPr>
        <p:txBody>
          <a:bodyPr anchor="b">
            <a:normAutofit/>
          </a:bodyPr>
          <a:lstStyle>
            <a:lvl1pPr algn="l">
              <a:defRPr lang="en-US" altLang="en-US" sz="3600" b="0" kern="1200" cap="none" baseline="0" dirty="0">
                <a:solidFill>
                  <a:srgbClr val="004B83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单击此处编辑母版标题样式</a:t>
            </a:r>
            <a:endParaRPr lang="en-US" dirty="0"/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103A73B5-4CCB-264A-803E-B46FEDFF96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2377" y="3819055"/>
            <a:ext cx="7699248" cy="1340999"/>
          </a:xfrm>
          <a:ln>
            <a:solidFill/>
          </a:ln>
        </p:spPr>
        <p:txBody>
          <a:bodyPr anchor="t">
            <a:normAutofit/>
          </a:bodyPr>
          <a:lstStyle>
            <a:lvl1pPr marL="0" indent="0" algn="l">
              <a:buNone/>
              <a:defRPr sz="2000" cap="none" baseline="0">
                <a:solidFill>
                  <a:srgbClr val="004B83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单击此处编辑母版副标题样式</a:t>
            </a:r>
            <a:endParaRPr lang="en-US" dirty="0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FB6C974-93C8-E54E-BB6E-3C1FE45217D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>
            <a:lvl1pPr>
              <a:defRPr>
                <a:solidFill>
                  <a:srgbClr val="004B83"/>
                </a:solidFill>
              </a:defRPr>
            </a:lvl1pPr>
          </a:lstStyle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pPr>
                <a:defRPr>
                  <a:solidFill/>
                </a:defRPr>
              </a:pPr>
              <a:t>2026/1/18</a:t>
            </a:fld>
            <a:endParaRPr kumimoji="1"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214F29B-65DE-874C-8CAC-555B12D96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>
            <a:lvl1pPr>
              <a:defRPr>
                <a:solidFill>
                  <a:srgbClr val="004B83"/>
                </a:solidFill>
              </a:defRPr>
            </a:lvl1pPr>
          </a:lstStyle>
          <a:p>
            <a:pPr>
              <a:defRPr>
                <a:solidFill/>
              </a:defRPr>
            </a:pPr>
            <a:endParaRPr kumimoji="1" lang="zh-CN" altLang="en-US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C4AD2F4-C9C1-DF44-9EAC-2625A3904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>
            <a:lvl1pPr>
              <a:defRPr>
                <a:solidFill>
                  <a:srgbClr val="004B83"/>
                </a:solidFill>
              </a:defRPr>
            </a:lvl1pPr>
          </a:lstStyle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3839484B-741F-2783-CDA9-9343BB05CC5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669410" y="257638"/>
            <a:ext cx="3223846" cy="755992"/>
          </a:xfrm>
          <a:prstGeom prst="rect">
            <a:avLst/>
          </a:prstGeom>
          <a:ln>
            <a:solidFill/>
          </a:ln>
        </p:spPr>
      </p:pic>
    </p:spTree>
    <p:extLst>
      <p:ext uri="{BB962C8B-B14F-4D97-AF65-F5344CB8AC3E}">
        <p14:creationId xmlns:p14="http://schemas.microsoft.com/office/powerpoint/2010/main" val="93499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033" y="2180499"/>
            <a:ext cx="7891040" cy="3678303"/>
          </a:xfrm>
          <a:ln>
            <a:solidFill/>
          </a:ln>
        </p:spPr>
        <p:txBody>
          <a:bodyPr/>
          <a:lstStyle/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 dirty="0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 dirty="0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 dirty="0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 dirty="0">
                <a:solidFill/>
              </a:rPr>
              <a:t>五级</a:t>
            </a:r>
            <a:endParaRPr lang="en-US" dirty="0"/>
          </a:p>
        </p:txBody>
      </p:sp>
      <p:sp>
        <p:nvSpPr>
          <p:cNvPr id="10" name="标题 9">
            <a:extLst>
              <a:ext uri="{FF2B5EF4-FFF2-40B4-BE49-F238E27FC236}">
                <a16:creationId xmlns:a16="http://schemas.microsoft.com/office/drawing/2014/main" id="{B3414000-0475-7845-9508-337FFFC1B7E8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单击此处编辑母版标题样式</a:t>
            </a:r>
          </a:p>
        </p:txBody>
      </p:sp>
      <p:sp>
        <p:nvSpPr>
          <p:cNvPr id="11" name="日期占位符 10">
            <a:extLst>
              <a:ext uri="{FF2B5EF4-FFF2-40B4-BE49-F238E27FC236}">
                <a16:creationId xmlns:a16="http://schemas.microsoft.com/office/drawing/2014/main" id="{2265DA69-D9B6-384B-91FC-5C225D983B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2026/1/18</a:t>
            </a:fld>
            <a:endParaRPr kumimoji="1" lang="zh-CN" altLang="en-US"/>
          </a:p>
        </p:txBody>
      </p:sp>
      <p:sp>
        <p:nvSpPr>
          <p:cNvPr id="12" name="页脚占位符 11">
            <a:extLst>
              <a:ext uri="{FF2B5EF4-FFF2-40B4-BE49-F238E27FC236}">
                <a16:creationId xmlns:a16="http://schemas.microsoft.com/office/drawing/2014/main" id="{198CD9FF-6143-0B4F-B35B-FC5B48F32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 dirty="0"/>
          </a:p>
        </p:txBody>
      </p:sp>
      <p:sp>
        <p:nvSpPr>
          <p:cNvPr id="13" name="灯片编号占位符 12">
            <a:extLst>
              <a:ext uri="{FF2B5EF4-FFF2-40B4-BE49-F238E27FC236}">
                <a16:creationId xmlns:a16="http://schemas.microsoft.com/office/drawing/2014/main" id="{B99E00C6-785E-8740-9B07-6D282AB53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099048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目录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26727754-C851-C341-8EC8-C90F9BC757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3912" y="2118168"/>
            <a:ext cx="7634195" cy="3602477"/>
          </a:xfrm>
          <a:ln>
            <a:solidFill/>
          </a:ln>
        </p:spPr>
        <p:txBody>
          <a:bodyPr anchor="ctr">
            <a:normAutofit/>
          </a:bodyPr>
          <a:lstStyle>
            <a:lvl1pPr algn="l">
              <a:defRPr sz="3200"/>
            </a:lvl1pPr>
            <a:lvl2pPr algn="l">
              <a:defRPr sz="2800"/>
            </a:lvl2pPr>
            <a:lvl3pPr algn="l">
              <a:defRPr sz="2400"/>
            </a:lvl3pPr>
            <a:lvl4pPr algn="l">
              <a:defRPr sz="2000"/>
            </a:lvl4pPr>
            <a:lvl5pPr algn="l">
              <a:defRPr sz="2000"/>
            </a:lvl5pPr>
          </a:lstStyle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 dirty="0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 dirty="0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 dirty="0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 dirty="0">
                <a:solidFill/>
              </a:rPr>
              <a:t>五级</a:t>
            </a:r>
            <a:endParaRPr lang="en-US" dirty="0"/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83F81271-2815-9B4A-9DE1-54434A60C98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04464" y="5597318"/>
            <a:ext cx="2133599" cy="365125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2026/1/18</a:t>
            </a:fld>
            <a:endParaRPr kumimoji="1" lang="zh-CN" alt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A57A6457-265E-454A-8DEA-AC0A1AAC3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73912" y="5592992"/>
            <a:ext cx="4549889" cy="365125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 dirty="0"/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17055F7E-60B7-6A43-A3E4-C6F9DC89F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18725" y="5597318"/>
            <a:ext cx="789381" cy="365125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4D989D6D-F1B5-F54E-813A-CCB6A463D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3912" y="490439"/>
            <a:ext cx="7634194" cy="1351451"/>
          </a:xfrm>
          <a:prstGeom prst="rect">
            <a:avLst/>
          </a:prstGeom>
          <a:ln>
            <a:solidFill/>
          </a:ln>
        </p:spPr>
        <p:txBody>
          <a:bodyPr anchor="ctr">
            <a:normAutofit/>
          </a:bodyPr>
          <a:lstStyle>
            <a:lvl1pPr algn="l">
              <a:defRPr sz="3600">
                <a:solidFill>
                  <a:srgbClr val="004B83"/>
                </a:solidFill>
              </a:defRPr>
            </a:lvl1pPr>
          </a:lstStyle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单击此处编辑母版标题样式</a:t>
            </a:r>
            <a:endParaRPr lang="en-US" dirty="0"/>
          </a:p>
        </p:txBody>
      </p:sp>
      <p:sp>
        <p:nvSpPr>
          <p:cNvPr id="21" name="Rectangle 8">
            <a:extLst>
              <a:ext uri="{FF2B5EF4-FFF2-40B4-BE49-F238E27FC236}">
                <a16:creationId xmlns:a16="http://schemas.microsoft.com/office/drawing/2014/main" id="{23D49990-DD79-AF4A-809C-C7A68D94B066}"/>
              </a:ext>
            </a:extLst>
          </p:cNvPr>
          <p:cNvSpPr/>
          <p:nvPr userDrawn="1"/>
        </p:nvSpPr>
        <p:spPr>
          <a:xfrm rot="5400000">
            <a:off x="-2876353" y="3304529"/>
            <a:ext cx="6858000" cy="248942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96159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节标题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>
            <a:extLst>
              <a:ext uri="{FF2B5EF4-FFF2-40B4-BE49-F238E27FC236}">
                <a16:creationId xmlns:a16="http://schemas.microsoft.com/office/drawing/2014/main" id="{EA6CC6FD-0536-1042-94FB-7B29BCD323E4}"/>
              </a:ext>
            </a:extLst>
          </p:cNvPr>
          <p:cNvGrpSpPr/>
          <p:nvPr userDrawn="1"/>
        </p:nvGrpSpPr>
        <p:grpSpPr>
          <a:xfrm>
            <a:off x="449419" y="1736371"/>
            <a:ext cx="8245162" cy="1903301"/>
            <a:chOff x="599225" y="1921565"/>
            <a:chExt cx="10993549" cy="1903301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4BB59113-F03A-6147-A467-92DB82160BCD}"/>
                </a:ext>
              </a:extLst>
            </p:cNvPr>
            <p:cNvSpPr/>
            <p:nvPr userDrawn="1"/>
          </p:nvSpPr>
          <p:spPr>
            <a:xfrm>
              <a:off x="599225" y="1921565"/>
              <a:ext cx="10993549" cy="190330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>
                  <a:solidFill/>
                </a:defRPr>
              </a:pPr>
              <a:endParaRPr kumimoji="1" lang="zh-CN" altLang="en-US" sz="1800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7C3E5866-268A-1A4A-BD63-7247C0C32E7C}"/>
                </a:ext>
              </a:extLst>
            </p:cNvPr>
            <p:cNvSpPr/>
            <p:nvPr userDrawn="1"/>
          </p:nvSpPr>
          <p:spPr>
            <a:xfrm>
              <a:off x="599227" y="1921566"/>
              <a:ext cx="192900" cy="1903300"/>
            </a:xfrm>
            <a:prstGeom prst="rect">
              <a:avLst/>
            </a:prstGeom>
            <a:solidFill>
              <a:srgbClr val="004B83"/>
            </a:solidFill>
            <a:ln>
              <a:solid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>
                  <a:solidFill/>
                </a:defRPr>
              </a:pPr>
              <a:endParaRPr kumimoji="1" lang="zh-CN" altLang="en-US" sz="1800"/>
            </a:p>
          </p:txBody>
        </p:sp>
      </p:grpSp>
      <p:sp>
        <p:nvSpPr>
          <p:cNvPr id="24" name="Title 1">
            <a:extLst>
              <a:ext uri="{FF2B5EF4-FFF2-40B4-BE49-F238E27FC236}">
                <a16:creationId xmlns:a16="http://schemas.microsoft.com/office/drawing/2014/main" id="{B3AEDE27-05BC-DA44-AA23-81C54830A0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2377" y="2028084"/>
            <a:ext cx="7699248" cy="1376851"/>
          </a:xfrm>
          <a:prstGeom prst="rect">
            <a:avLst/>
          </a:prstGeom>
          <a:ln>
            <a:solidFill/>
          </a:ln>
          <a:effectLst/>
        </p:spPr>
        <p:txBody>
          <a:bodyPr anchor="ctr">
            <a:normAutofit/>
          </a:bodyPr>
          <a:lstStyle>
            <a:lvl1pPr algn="l">
              <a:defRPr lang="en-US" altLang="en-US" sz="3600" b="0" kern="1200" cap="none" baseline="0" dirty="0">
                <a:solidFill>
                  <a:srgbClr val="004B83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单击此处编辑母版标题样式</a:t>
            </a:r>
            <a:endParaRPr lang="en-US" dirty="0"/>
          </a:p>
        </p:txBody>
      </p:sp>
      <p:sp>
        <p:nvSpPr>
          <p:cNvPr id="25" name="Subtitle 2">
            <a:extLst>
              <a:ext uri="{FF2B5EF4-FFF2-40B4-BE49-F238E27FC236}">
                <a16:creationId xmlns:a16="http://schemas.microsoft.com/office/drawing/2014/main" id="{8DDB4CB7-B75A-CF44-8C12-E3DE32CE31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2377" y="3830630"/>
            <a:ext cx="7699248" cy="1340999"/>
          </a:xfrm>
          <a:ln>
            <a:solidFill/>
          </a:ln>
        </p:spPr>
        <p:txBody>
          <a:bodyPr anchor="t">
            <a:normAutofit/>
          </a:bodyPr>
          <a:lstStyle>
            <a:lvl1pPr marL="0" indent="0" algn="l">
              <a:buNone/>
              <a:defRPr sz="2000" cap="none" baseline="0">
                <a:solidFill>
                  <a:srgbClr val="004B83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单击此处编辑母版副标题样式</a:t>
            </a:r>
            <a:endParaRPr lang="en-US" dirty="0"/>
          </a:p>
        </p:txBody>
      </p:sp>
      <p:sp>
        <p:nvSpPr>
          <p:cNvPr id="27" name="日期占位符 10">
            <a:extLst>
              <a:ext uri="{FF2B5EF4-FFF2-40B4-BE49-F238E27FC236}">
                <a16:creationId xmlns:a16="http://schemas.microsoft.com/office/drawing/2014/main" id="{2D4038F2-9086-4849-856C-3F44B96D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42659" y="5597324"/>
            <a:ext cx="1892460" cy="365125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2026/1/18</a:t>
            </a:fld>
            <a:endParaRPr kumimoji="1" lang="zh-CN" altLang="en-US"/>
          </a:p>
        </p:txBody>
      </p:sp>
      <p:sp>
        <p:nvSpPr>
          <p:cNvPr id="28" name="页脚占位符 11">
            <a:extLst>
              <a:ext uri="{FF2B5EF4-FFF2-40B4-BE49-F238E27FC236}">
                <a16:creationId xmlns:a16="http://schemas.microsoft.com/office/drawing/2014/main" id="{0ED79189-463D-A34A-93FE-02DAF3CA4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5033" y="5592998"/>
            <a:ext cx="4939125" cy="365125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 dirty="0"/>
          </a:p>
        </p:txBody>
      </p:sp>
      <p:sp>
        <p:nvSpPr>
          <p:cNvPr id="29" name="灯片编号占位符 12">
            <a:extLst>
              <a:ext uri="{FF2B5EF4-FFF2-40B4-BE49-F238E27FC236}">
                <a16:creationId xmlns:a16="http://schemas.microsoft.com/office/drawing/2014/main" id="{81D88334-B4F7-F340-8AA4-0865A0C0C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613620" y="5597324"/>
            <a:ext cx="902453" cy="365125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826678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35896" y="2228004"/>
            <a:ext cx="4066793" cy="3633047"/>
          </a:xfrm>
          <a:ln>
            <a:solidFill/>
          </a:ln>
        </p:spPr>
        <p:txBody>
          <a:bodyPr>
            <a:normAutofit/>
          </a:bodyPr>
          <a:lstStyle/>
          <a:p>
            <a:pPr lvl="0">
              <a:defRPr>
                <a:solidFill/>
              </a:defRPr>
            </a:pPr>
            <a:r>
              <a:rPr lang="zh-CN" altLang="en-US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>
                <a:solidFill/>
              </a:rPr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1313" y="2228004"/>
            <a:ext cx="4066794" cy="3633047"/>
          </a:xfrm>
          <a:ln>
            <a:solidFill/>
          </a:ln>
        </p:spPr>
        <p:txBody>
          <a:bodyPr>
            <a:normAutofit/>
          </a:bodyPr>
          <a:lstStyle/>
          <a:p>
            <a:pPr lvl="0">
              <a:defRPr>
                <a:solidFill/>
              </a:defRPr>
            </a:pPr>
            <a:r>
              <a:rPr lang="zh-CN" altLang="en-US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>
                <a:solidFill/>
              </a:rPr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2026/1/18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590C7D26-A2BB-CE43-BB2A-2808F22C4FD2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0146183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5416" y="2250895"/>
            <a:ext cx="3815306" cy="536005"/>
          </a:xfrm>
          <a:ln>
            <a:solidFill/>
          </a:ln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rgbClr val="004B83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5896" y="2926055"/>
            <a:ext cx="4044825" cy="2934999"/>
          </a:xfrm>
          <a:ln>
            <a:solidFill/>
          </a:ln>
        </p:spPr>
        <p:txBody>
          <a:bodyPr anchor="t">
            <a:normAutofit/>
          </a:bodyPr>
          <a:lstStyle>
            <a:lvl1pPr>
              <a:buClr>
                <a:srgbClr val="004B83"/>
              </a:buClr>
              <a:defRPr/>
            </a:lvl1pPr>
            <a:lvl2pPr>
              <a:buClr>
                <a:srgbClr val="004B83"/>
              </a:buClr>
              <a:defRPr/>
            </a:lvl2pPr>
            <a:lvl3pPr>
              <a:buClr>
                <a:srgbClr val="004B83"/>
              </a:buClr>
              <a:defRPr/>
            </a:lvl3pPr>
            <a:lvl4pPr>
              <a:buClr>
                <a:srgbClr val="004B83"/>
              </a:buClr>
              <a:defRPr/>
            </a:lvl4pPr>
            <a:lvl5pPr>
              <a:buClr>
                <a:srgbClr val="004B83"/>
              </a:buClr>
              <a:defRPr/>
            </a:lvl5pPr>
          </a:lstStyle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 dirty="0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 dirty="0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 dirty="0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 dirty="0">
                <a:solidFill/>
              </a:rPr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92803" y="2250895"/>
            <a:ext cx="3815305" cy="553373"/>
          </a:xfrm>
          <a:ln>
            <a:solidFill/>
          </a:ln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rgbClr val="004B83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283" y="2926055"/>
            <a:ext cx="4044825" cy="2934999"/>
          </a:xfrm>
          <a:ln>
            <a:solidFill/>
          </a:ln>
        </p:spPr>
        <p:txBody>
          <a:bodyPr anchor="t">
            <a:normAutofit/>
          </a:bodyPr>
          <a:lstStyle>
            <a:lvl1pPr>
              <a:buClr>
                <a:srgbClr val="004B83"/>
              </a:buClr>
              <a:defRPr/>
            </a:lvl1pPr>
            <a:lvl2pPr>
              <a:buClr>
                <a:srgbClr val="004B83"/>
              </a:buClr>
              <a:defRPr/>
            </a:lvl2pPr>
            <a:lvl3pPr>
              <a:buClr>
                <a:srgbClr val="004B83"/>
              </a:buClr>
              <a:defRPr/>
            </a:lvl3pPr>
            <a:lvl4pPr>
              <a:buClr>
                <a:srgbClr val="004B83"/>
              </a:buClr>
              <a:defRPr/>
            </a:lvl4pPr>
            <a:lvl5pPr>
              <a:buClr>
                <a:srgbClr val="004B83"/>
              </a:buClr>
              <a:defRPr/>
            </a:lvl5pPr>
          </a:lstStyle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 dirty="0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 dirty="0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 dirty="0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 dirty="0">
                <a:solidFill/>
              </a:rPr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2026/1/18</a:t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395155F9-0BCA-F049-9D40-4CF28F90A407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206004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2026/1/18</a:t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DC31502A-7294-9848-AFF1-6116ACE1419B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>
                <a:solidFill/>
              </a:rPr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8575217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2026/1/18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89483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7">
            <a:extLst>
              <a:ext uri="{FF2B5EF4-FFF2-40B4-BE49-F238E27FC236}">
                <a16:creationId xmlns:a16="http://schemas.microsoft.com/office/drawing/2014/main" id="{DD0108F8-765A-DF43-9CAF-934132882EE3}"/>
              </a:ext>
            </a:extLst>
          </p:cNvPr>
          <p:cNvSpPr>
            <a:spLocks noChangeAspect="1"/>
          </p:cNvSpPr>
          <p:nvPr userDrawn="1"/>
        </p:nvSpPr>
        <p:spPr>
          <a:xfrm>
            <a:off x="335862" y="4914809"/>
            <a:ext cx="289171" cy="1032227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6098" y="4928762"/>
            <a:ext cx="7749976" cy="653148"/>
          </a:xfrm>
          <a:prstGeom prst="rect">
            <a:avLst/>
          </a:prstGeom>
          <a:ln>
            <a:solidFill/>
          </a:ln>
        </p:spPr>
        <p:txBody>
          <a:bodyPr anchor="ctr">
            <a:normAutofit/>
          </a:bodyPr>
          <a:lstStyle>
            <a:lvl1pPr algn="l">
              <a:defRPr sz="2400" b="0">
                <a:solidFill>
                  <a:srgbClr val="004B83"/>
                </a:solidFill>
              </a:defRPr>
            </a:lvl1pPr>
          </a:lstStyle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5862" y="601200"/>
            <a:ext cx="8469630" cy="4204800"/>
          </a:xfrm>
          <a:ln>
            <a:solidFill/>
          </a:ln>
        </p:spPr>
        <p:txBody>
          <a:bodyPr anchor="ctr">
            <a:normAutofit/>
          </a:bodyPr>
          <a:lstStyle>
            <a:lvl1pPr>
              <a:buClr>
                <a:srgbClr val="004B83"/>
              </a:buClr>
              <a:defRPr sz="2000">
                <a:solidFill>
                  <a:schemeClr val="tx2"/>
                </a:solidFill>
              </a:defRPr>
            </a:lvl1pPr>
            <a:lvl2pPr>
              <a:buClr>
                <a:srgbClr val="004B83"/>
              </a:buClr>
              <a:defRPr sz="1800">
                <a:solidFill>
                  <a:schemeClr val="tx2"/>
                </a:solidFill>
              </a:defRPr>
            </a:lvl2pPr>
            <a:lvl3pPr>
              <a:buClr>
                <a:srgbClr val="004B83"/>
              </a:buClr>
              <a:defRPr sz="1600">
                <a:solidFill>
                  <a:schemeClr val="tx2"/>
                </a:solidFill>
              </a:defRPr>
            </a:lvl3pPr>
            <a:lvl4pPr>
              <a:buClr>
                <a:srgbClr val="004B83"/>
              </a:buClr>
              <a:defRPr sz="1400">
                <a:solidFill>
                  <a:schemeClr val="tx2"/>
                </a:solidFill>
              </a:defRPr>
            </a:lvl4pPr>
            <a:lvl5pPr>
              <a:buClr>
                <a:srgbClr val="004B83"/>
              </a:buCl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 dirty="0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 dirty="0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 dirty="0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 dirty="0">
                <a:solidFill/>
              </a:rPr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6098" y="5581910"/>
            <a:ext cx="7749976" cy="365126"/>
          </a:xfrm>
          <a:ln>
            <a:solidFill/>
          </a:ln>
        </p:spPr>
        <p:txBody>
          <a:bodyPr anchor="ctr">
            <a:normAutofit/>
          </a:bodyPr>
          <a:lstStyle>
            <a:lvl1pPr marL="0" indent="0" algn="l">
              <a:buNone/>
              <a:defRPr sz="1600">
                <a:solidFill>
                  <a:srgbClr val="004B83"/>
                </a:solidFill>
              </a:defRPr>
            </a:lvl1pPr>
            <a:lvl2pPr marL="457189" indent="0">
              <a:buNone/>
              <a:defRPr sz="11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642659" y="6060171"/>
            <a:ext cx="1892460" cy="365125"/>
          </a:xfrm>
          <a:ln>
            <a:solidFill/>
          </a:ln>
        </p:spPr>
        <p:txBody>
          <a:bodyPr/>
          <a:lstStyle>
            <a:lvl1pPr>
              <a:defRPr>
                <a:solidFill>
                  <a:srgbClr val="004B83"/>
                </a:solidFill>
              </a:defRPr>
            </a:lvl1pPr>
          </a:lstStyle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pPr>
                <a:defRPr>
                  <a:solidFill/>
                </a:defRPr>
              </a:pPr>
              <a:t>2026/1/18</a:t>
            </a:fld>
            <a:endParaRPr kumimoji="1"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25033" y="6055845"/>
            <a:ext cx="4939125" cy="365125"/>
          </a:xfrm>
          <a:ln>
            <a:solidFill/>
          </a:ln>
        </p:spPr>
        <p:txBody>
          <a:bodyPr/>
          <a:lstStyle>
            <a:lvl1pPr>
              <a:defRPr>
                <a:solidFill>
                  <a:srgbClr val="004B83"/>
                </a:solidFill>
              </a:defRPr>
            </a:lvl1pPr>
          </a:lstStyle>
          <a:p>
            <a:pPr>
              <a:defRPr>
                <a:solidFill/>
              </a:defRPr>
            </a:pPr>
            <a:endParaRPr kumimoji="1"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13620" y="6060171"/>
            <a:ext cx="902453" cy="365125"/>
          </a:xfrm>
          <a:ln>
            <a:solidFill/>
          </a:ln>
        </p:spPr>
        <p:txBody>
          <a:bodyPr/>
          <a:lstStyle>
            <a:lvl1pPr>
              <a:defRPr>
                <a:solidFill>
                  <a:srgbClr val="004B83"/>
                </a:solidFill>
              </a:defRPr>
            </a:lvl1pPr>
          </a:lstStyle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02074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5" y="4395677"/>
            <a:ext cx="8272212" cy="566738"/>
          </a:xfrm>
          <a:prstGeom prst="rect">
            <a:avLst/>
          </a:prstGeom>
          <a:ln>
            <a:solidFill/>
          </a:ln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004B83"/>
                </a:solidFill>
              </a:defRPr>
            </a:lvl1pPr>
          </a:lstStyle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5863" y="599725"/>
            <a:ext cx="8468144" cy="3557252"/>
          </a:xfrm>
          <a:ln>
            <a:solidFill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189" indent="0">
              <a:buNone/>
              <a:defRPr sz="1600"/>
            </a:lvl2pPr>
            <a:lvl3pPr marL="914377" indent="0">
              <a:buNone/>
              <a:defRPr sz="1600"/>
            </a:lvl3pPr>
            <a:lvl4pPr marL="1371566" indent="0">
              <a:buNone/>
              <a:defRPr sz="1600"/>
            </a:lvl4pPr>
            <a:lvl5pPr marL="1828754" indent="0">
              <a:buNone/>
              <a:defRPr sz="1600"/>
            </a:lvl5pPr>
            <a:lvl6pPr marL="2285943" indent="0">
              <a:buNone/>
              <a:defRPr sz="1600"/>
            </a:lvl6pPr>
            <a:lvl7pPr marL="2743131" indent="0">
              <a:buNone/>
              <a:defRPr sz="1600"/>
            </a:lvl7pPr>
            <a:lvl8pPr marL="3200320" indent="0">
              <a:buNone/>
              <a:defRPr sz="1600"/>
            </a:lvl8pPr>
            <a:lvl9pPr marL="3657509" indent="0">
              <a:buNone/>
              <a:defRPr sz="1600"/>
            </a:lvl9pPr>
          </a:lstStyle>
          <a:p>
            <a:pPr>
              <a:defRPr>
                <a:solidFill/>
              </a:defRPr>
            </a:pPr>
            <a:r>
              <a:rPr lang="zh-CN" altLang="en-US">
                <a:solidFill/>
              </a:rPr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5895" y="4962418"/>
            <a:ext cx="8272213" cy="598671"/>
          </a:xfrm>
          <a:ln>
            <a:solidFill/>
          </a:ln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2026/1/18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79797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ln>
            <a:solidFill/>
          </a:ln>
        </p:spPr>
        <p:txBody>
          <a:bodyPr vert="eaVert" anchor="t"/>
          <a:lstStyle>
            <a:lvl1pPr algn="l">
              <a:buClr>
                <a:srgbClr val="004B83"/>
              </a:buClr>
              <a:defRPr/>
            </a:lvl1pPr>
            <a:lvl2pPr algn="l">
              <a:buClr>
                <a:srgbClr val="004B83"/>
              </a:buClr>
              <a:defRPr/>
            </a:lvl2pPr>
            <a:lvl3pPr algn="l">
              <a:buClr>
                <a:srgbClr val="004B83"/>
              </a:buClr>
              <a:defRPr/>
            </a:lvl3pPr>
            <a:lvl4pPr algn="l">
              <a:buClr>
                <a:srgbClr val="004B83"/>
              </a:buClr>
              <a:defRPr/>
            </a:lvl4pPr>
            <a:lvl5pPr algn="l">
              <a:buClr>
                <a:srgbClr val="004B83"/>
              </a:buClr>
              <a:defRPr/>
            </a:lvl5pPr>
          </a:lstStyle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 dirty="0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 dirty="0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 dirty="0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 dirty="0">
                <a:solidFill/>
              </a:rPr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2026/1/18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D92ADC6-CE60-BE46-B46D-E72C08A66F9E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2276918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竖排标题与文本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6">
            <a:extLst>
              <a:ext uri="{FF2B5EF4-FFF2-40B4-BE49-F238E27FC236}">
                <a16:creationId xmlns:a16="http://schemas.microsoft.com/office/drawing/2014/main" id="{5BC0A53C-150C-A541-93A8-A5B4C7EFDD96}"/>
              </a:ext>
            </a:extLst>
          </p:cNvPr>
          <p:cNvSpPr>
            <a:spLocks noChangeAspect="1"/>
          </p:cNvSpPr>
          <p:nvPr userDrawn="1"/>
        </p:nvSpPr>
        <p:spPr>
          <a:xfrm>
            <a:off x="6663023" y="675726"/>
            <a:ext cx="66732" cy="791830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sp>
        <p:nvSpPr>
          <p:cNvPr id="11" name="Vertical Title 1">
            <a:extLst>
              <a:ext uri="{FF2B5EF4-FFF2-40B4-BE49-F238E27FC236}">
                <a16:creationId xmlns:a16="http://schemas.microsoft.com/office/drawing/2014/main" id="{9D3F700B-2D07-A448-9622-360F28D96C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877237" y="675727"/>
            <a:ext cx="1424622" cy="5183073"/>
          </a:xfrm>
          <a:prstGeom prst="rect">
            <a:avLst/>
          </a:prstGeom>
          <a:ln>
            <a:solidFill/>
          </a:ln>
        </p:spPr>
        <p:txBody>
          <a:bodyPr vert="eaVert" anchor="b"/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单击此处编辑母版标题样式</a:t>
            </a:r>
            <a:endParaRPr lang="en-US" dirty="0"/>
          </a:p>
        </p:txBody>
      </p:sp>
      <p:sp>
        <p:nvSpPr>
          <p:cNvPr id="12" name="Vertical Text Placeholder 2">
            <a:extLst>
              <a:ext uri="{FF2B5EF4-FFF2-40B4-BE49-F238E27FC236}">
                <a16:creationId xmlns:a16="http://schemas.microsoft.com/office/drawing/2014/main" id="{5F0B6C42-B8E7-1C45-A053-18F7FE5B2B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81193" y="675727"/>
            <a:ext cx="5843708" cy="5183073"/>
          </a:xfrm>
          <a:ln>
            <a:solidFill/>
          </a:ln>
        </p:spPr>
        <p:txBody>
          <a:bodyPr vert="eaVert" anchor="t"/>
          <a:lstStyle>
            <a:lvl1pPr>
              <a:buClr>
                <a:srgbClr val="004B83"/>
              </a:buClr>
              <a:defRPr/>
            </a:lvl1pPr>
            <a:lvl2pPr>
              <a:buClr>
                <a:srgbClr val="004B83"/>
              </a:buClr>
              <a:defRPr/>
            </a:lvl2pPr>
            <a:lvl3pPr>
              <a:buClr>
                <a:srgbClr val="004B83"/>
              </a:buClr>
              <a:defRPr/>
            </a:lvl3pPr>
            <a:lvl4pPr>
              <a:buClr>
                <a:srgbClr val="004B83"/>
              </a:buClr>
              <a:defRPr/>
            </a:lvl4pPr>
            <a:lvl5pPr>
              <a:buClr>
                <a:srgbClr val="004B83"/>
              </a:buClr>
              <a:defRPr/>
            </a:lvl5pPr>
          </a:lstStyle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 dirty="0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 dirty="0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 dirty="0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 dirty="0">
                <a:solidFill/>
              </a:rPr>
              <a:t>五级</a:t>
            </a:r>
            <a:endParaRPr lang="en-US" dirty="0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EC89D33-28DC-B746-AE7D-E6085CC305C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2026/1/18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EE1EF53-0E9B-E243-B4F1-B1C7F0BD2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03DA247-823F-034B-AEC0-494674B60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9494484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CCC4A067-3E57-C140-912F-457C9FA84675}"/>
              </a:ext>
            </a:extLst>
          </p:cNvPr>
          <p:cNvSpPr/>
          <p:nvPr userDrawn="1"/>
        </p:nvSpPr>
        <p:spPr>
          <a:xfrm>
            <a:off x="439249" y="651024"/>
            <a:ext cx="61200" cy="900000"/>
          </a:xfrm>
          <a:prstGeom prst="rect">
            <a:avLst/>
          </a:prstGeom>
          <a:solidFill>
            <a:srgbClr val="004B83"/>
          </a:solidFill>
          <a:ln>
            <a:solid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 kumimoji="1" lang="zh-CN" altLang="en-US">
              <a:solidFill>
                <a:srgbClr val="004B83"/>
              </a:solidFill>
            </a:endParaRPr>
          </a:p>
        </p:txBody>
      </p:sp>
      <p:sp>
        <p:nvSpPr>
          <p:cNvPr id="7" name="标题占位符 6">
            <a:extLst>
              <a:ext uri="{FF2B5EF4-FFF2-40B4-BE49-F238E27FC236}">
                <a16:creationId xmlns:a16="http://schemas.microsoft.com/office/drawing/2014/main" id="{386CB2C2-B0CA-6B4C-9D67-BC3A516A2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480" y="593424"/>
            <a:ext cx="7891041" cy="1015200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单击此处编辑母版标题样式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5032" y="2336003"/>
            <a:ext cx="7891041" cy="3154894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 dirty="0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 dirty="0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 dirty="0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 dirty="0">
                <a:solidFill/>
              </a:rPr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2659" y="5597324"/>
            <a:ext cx="1892460" cy="365125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rgbClr val="004B83"/>
                </a:solidFill>
              </a:defRPr>
            </a:lvl1pPr>
          </a:lstStyle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pPr>
                <a:defRPr>
                  <a:solidFill/>
                </a:defRPr>
              </a:pPr>
              <a:t>2026/1/18</a:t>
            </a:fld>
            <a:endParaRPr kumimoji="1"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25033" y="5592998"/>
            <a:ext cx="4939125" cy="365125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rgbClr val="004B83"/>
                </a:solidFill>
              </a:defRPr>
            </a:lvl1pPr>
          </a:lstStyle>
          <a:p>
            <a:pPr>
              <a:defRPr>
                <a:solidFill/>
              </a:defRPr>
            </a:pPr>
            <a:endParaRPr kumimoji="1"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13620" y="5597324"/>
            <a:ext cx="902453" cy="365125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rgbClr val="004B83"/>
                </a:solidFill>
              </a:defRPr>
            </a:lvl1pPr>
          </a:lstStyle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4104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0" r:id="rId1"/>
    <p:sldLayoutId id="2147483861" r:id="rId2"/>
    <p:sldLayoutId id="2147483864" r:id="rId3"/>
    <p:sldLayoutId id="2147483865" r:id="rId4"/>
    <p:sldLayoutId id="2147483866" r:id="rId5"/>
    <p:sldLayoutId id="2147483868" r:id="rId6"/>
    <p:sldLayoutId id="2147483870" r:id="rId7"/>
    <p:sldLayoutId id="2147483871" r:id="rId8"/>
    <p:sldLayoutId id="2147483872" r:id="rId9"/>
    <p:sldLayoutId id="2147483873" r:id="rId10"/>
    <p:sldLayoutId id="2147483874" r:id="rId11"/>
    <p:sldLayoutId id="2147483875" r:id="rId12"/>
  </p:sldLayoutIdLst>
  <p:txStyles>
    <p:titleStyle>
      <a:lvl1pPr algn="l" defTabSz="457189" rtl="0" eaLnBrk="1" latinLnBrk="0" hangingPunct="1">
        <a:spcBef>
          <a:spcPct val="0"/>
        </a:spcBef>
        <a:buNone/>
        <a:defRPr sz="2800" b="0" kern="1200" cap="none" baseline="0">
          <a:solidFill>
            <a:srgbClr val="004B83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5992" indent="-305992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29984" indent="-305992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899978" indent="-269993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1969" indent="-2339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1960" indent="-2339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899953" indent="-2285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199945" indent="-2285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499938" indent="-2285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799930" indent="-2285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ithub.com/LSTM-zhul/HUST-PPT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hyperlink" Target="https://github.com/atomiechen/THU-PPT-Theme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F005E0-9377-9044-8967-57A4160651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2377" y="2028084"/>
            <a:ext cx="7699248" cy="1356406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华科简约主题</a:t>
            </a:r>
            <a:r>
              <a:rPr lang="en-US" altLang="zh-CN" dirty="0">
                <a:solidFill/>
              </a:rPr>
              <a:t>PPT</a:t>
            </a:r>
            <a:r>
              <a:rPr lang="zh-CN" altLang="en-US" dirty="0">
                <a:solidFill/>
              </a:rPr>
              <a:t>模板</a:t>
            </a:r>
            <a:br>
              <a:rPr lang="en-US" altLang="zh-CN" dirty="0"/>
            </a:br>
            <a:r>
              <a:rPr lang="zh-CN" altLang="en-US" dirty="0">
                <a:solidFill/>
              </a:rPr>
              <a:t>扁平风格 </a:t>
            </a:r>
            <a:r>
              <a:rPr lang="en-US" altLang="zh-CN" dirty="0">
                <a:solidFill/>
              </a:rPr>
              <a:t>4:3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456EDC8-6865-C043-9F52-A5101097FB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2377" y="3819055"/>
            <a:ext cx="7699248" cy="1340999"/>
          </a:xfrm>
          <a:ln>
            <a:solidFill/>
          </a:ln>
        </p:spPr>
        <p:txBody>
          <a:bodyPr>
            <a:normAutofit/>
          </a:bodyPr>
          <a:lstStyle/>
          <a:p>
            <a:pPr>
              <a:defRPr>
                <a:solidFill/>
              </a:defRPr>
            </a:pPr>
            <a:endParaRPr lang="en-US" altLang="zh-CN" dirty="0"/>
          </a:p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东五</a:t>
            </a:r>
            <a:endParaRPr lang="en-US" altLang="zh-CN" dirty="0"/>
          </a:p>
          <a:p>
            <a:pPr>
              <a:defRPr>
                <a:solidFill/>
              </a:defRPr>
            </a:pPr>
            <a:r>
              <a:rPr lang="en-US" altLang="zh-CN" dirty="0">
                <a:solidFill/>
              </a:rPr>
              <a:t>2025</a:t>
            </a:r>
            <a:r>
              <a:rPr lang="zh-CN" altLang="en-US" dirty="0">
                <a:solidFill/>
              </a:rPr>
              <a:t>年</a:t>
            </a:r>
            <a:r>
              <a:rPr lang="en-US" altLang="zh-CN" dirty="0">
                <a:solidFill/>
              </a:rPr>
              <a:t>12</a:t>
            </a:r>
            <a:r>
              <a:rPr lang="zh-CN" altLang="en-US" dirty="0">
                <a:solidFill/>
              </a:rPr>
              <a:t>月</a:t>
            </a:r>
            <a:r>
              <a:rPr lang="en-US" altLang="zh-CN" dirty="0">
                <a:solidFill/>
              </a:rPr>
              <a:t>31</a:t>
            </a:r>
            <a:r>
              <a:rPr lang="zh-CN" altLang="en-US" dirty="0">
                <a:solidFill/>
              </a:rPr>
              <a:t>日</a:t>
            </a:r>
          </a:p>
        </p:txBody>
      </p:sp>
    </p:spTree>
    <p:extLst>
      <p:ext uri="{BB962C8B-B14F-4D97-AF65-F5344CB8AC3E}">
        <p14:creationId xmlns:p14="http://schemas.microsoft.com/office/powerpoint/2010/main" val="987923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4B3B5DF-DAF7-B946-AB06-11AE7FF117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3912" y="2118168"/>
            <a:ext cx="7634195" cy="3602477"/>
          </a:xfrm>
          <a:ln>
            <a:solidFill/>
          </a:ln>
        </p:spPr>
        <p:txBody>
          <a:bodyPr/>
          <a:lstStyle/>
          <a:p>
            <a:pPr>
              <a:buClr>
                <a:srgbClr val="004B83"/>
              </a:buClr>
              <a:defRPr>
                <a:solidFill/>
              </a:defRPr>
            </a:pPr>
            <a:r>
              <a:rPr lang="zh-CN" altLang="en-US" dirty="0">
                <a:solidFill/>
              </a:rPr>
              <a:t>这里可以写你的目录内容</a:t>
            </a:r>
            <a:endParaRPr lang="en-US" altLang="zh-CN" dirty="0"/>
          </a:p>
          <a:p>
            <a:pPr>
              <a:buClr>
                <a:srgbClr val="004B83"/>
              </a:buClr>
              <a:defRPr>
                <a:solidFill/>
              </a:defRPr>
            </a:pPr>
            <a:r>
              <a:rPr lang="zh-CN" altLang="en-US" dirty="0">
                <a:solidFill/>
              </a:rPr>
              <a:t>一</a:t>
            </a:r>
            <a:endParaRPr lang="en-US" altLang="zh-CN" dirty="0"/>
          </a:p>
          <a:p>
            <a:pPr>
              <a:buClr>
                <a:srgbClr val="004B83"/>
              </a:buClr>
              <a:defRPr>
                <a:solidFill/>
              </a:defRPr>
            </a:pPr>
            <a:r>
              <a:rPr lang="zh-CN" altLang="en-US" dirty="0">
                <a:solidFill/>
              </a:rPr>
              <a:t>二</a:t>
            </a:r>
            <a:endParaRPr lang="en-US" altLang="zh-CN" dirty="0"/>
          </a:p>
          <a:p>
            <a:pPr>
              <a:buClr>
                <a:srgbClr val="004B83"/>
              </a:buClr>
              <a:defRPr>
                <a:solidFill/>
              </a:defRPr>
            </a:pPr>
            <a:r>
              <a:rPr lang="zh-CN" altLang="en-US" dirty="0">
                <a:solidFill/>
              </a:rPr>
              <a:t>三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ABB6AA08-C32B-6F4E-8AB3-67AE085DA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3912" y="490439"/>
            <a:ext cx="7634194" cy="1351451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目录</a:t>
            </a:r>
          </a:p>
        </p:txBody>
      </p:sp>
    </p:spTree>
    <p:extLst>
      <p:ext uri="{BB962C8B-B14F-4D97-AF65-F5344CB8AC3E}">
        <p14:creationId xmlns:p14="http://schemas.microsoft.com/office/powerpoint/2010/main" val="7492313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97249299-B2E1-164B-9D28-7833904F88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5033" y="2180499"/>
            <a:ext cx="7891040" cy="3678303"/>
          </a:xfrm>
          <a:ln>
            <a:solidFill/>
          </a:ln>
        </p:spPr>
        <p:txBody>
          <a:bodyPr/>
          <a:lstStyle/>
          <a:p>
            <a:pPr>
              <a:buClr>
                <a:srgbClr val="004B83"/>
              </a:buClr>
              <a:defRPr>
                <a:solidFill/>
              </a:defRPr>
            </a:pPr>
            <a:r>
              <a:rPr lang="zh-CN" altLang="en-US" dirty="0">
                <a:solidFill/>
              </a:rPr>
              <a:t>在</a:t>
            </a:r>
            <a:r>
              <a:rPr lang="en-US" altLang="zh-CN" dirty="0">
                <a:solidFill/>
              </a:rPr>
              <a:t>PowerPoint</a:t>
            </a:r>
            <a:r>
              <a:rPr lang="zh-CN" altLang="en-US" dirty="0">
                <a:solidFill/>
              </a:rPr>
              <a:t>的新建幻灯片的选项卡里，可以自己选择合适的页面</a:t>
            </a:r>
            <a:endParaRPr lang="en-US" altLang="zh-CN" dirty="0"/>
          </a:p>
          <a:p>
            <a:pPr>
              <a:buClr>
                <a:srgbClr val="004B83"/>
              </a:buClr>
              <a:defRPr>
                <a:solidFill/>
              </a:defRPr>
            </a:pPr>
            <a:r>
              <a:rPr lang="zh-CN" altLang="en-US" dirty="0">
                <a:solidFill/>
              </a:rPr>
              <a:t>本华科主题模板实际上编辑了幻灯片母版，使图案和配色固定下来，使用时可类似于使用</a:t>
            </a:r>
            <a:r>
              <a:rPr lang="en-US" altLang="zh-CN" dirty="0">
                <a:solidFill/>
              </a:rPr>
              <a:t>office</a:t>
            </a:r>
            <a:r>
              <a:rPr lang="zh-CN" altLang="en-US" dirty="0">
                <a:solidFill/>
              </a:rPr>
              <a:t>自带模板一样不必为模板细节操心</a:t>
            </a:r>
            <a:endParaRPr lang="en-US" altLang="zh-CN" dirty="0"/>
          </a:p>
          <a:p>
            <a:pPr>
              <a:buClr>
                <a:srgbClr val="004B83"/>
              </a:buClr>
              <a:defRPr>
                <a:solidFill/>
              </a:defRPr>
            </a:pPr>
            <a:r>
              <a:rPr lang="zh-CN" altLang="en-US" dirty="0">
                <a:solidFill/>
              </a:rPr>
              <a:t>如果需要定制，可自行编辑幻灯片母版</a:t>
            </a:r>
            <a:endParaRPr lang="en-US" altLang="zh-CN" dirty="0"/>
          </a:p>
          <a:p>
            <a:pPr>
              <a:buClr>
                <a:srgbClr val="004B83"/>
              </a:buClr>
              <a:defRPr>
                <a:solidFill/>
              </a:defRPr>
            </a:pPr>
            <a:r>
              <a:rPr lang="zh-CN" altLang="en-US" dirty="0">
                <a:solidFill/>
              </a:rPr>
              <a:t>这个</a:t>
            </a:r>
            <a:r>
              <a:rPr lang="en-US" altLang="zh-CN" dirty="0">
                <a:solidFill/>
              </a:rPr>
              <a:t>PPT</a:t>
            </a:r>
            <a:r>
              <a:rPr lang="zh-CN" altLang="en-US" dirty="0">
                <a:solidFill/>
              </a:rPr>
              <a:t>模板来自：</a:t>
            </a:r>
            <a:r>
              <a:rPr lang="en-US" altLang="zh-CN" dirty="0">
                <a:solidFill/>
                <a:hlinkClick r:id="rId2"/>
              </a:rPr>
              <a:t>https://github.com/LSTM-zhul/HUST-PPT</a:t>
            </a:r>
            <a:endParaRPr lang="en-US" altLang="zh-CN" dirty="0"/>
          </a:p>
          <a:p>
            <a:pPr lvl="1">
              <a:buClr>
                <a:srgbClr val="004B83"/>
              </a:buClr>
              <a:defRPr>
                <a:solidFill/>
              </a:defRPr>
            </a:pPr>
            <a:r>
              <a:rPr lang="zh-CN" altLang="en-US" dirty="0">
                <a:solidFill/>
              </a:rPr>
              <a:t>如果大家喜欢，欢迎给我</a:t>
            </a:r>
            <a:r>
              <a:rPr lang="en-US" altLang="zh-CN" dirty="0">
                <a:solidFill/>
              </a:rPr>
              <a:t>star</a:t>
            </a:r>
            <a:r>
              <a:rPr lang="zh-CN" altLang="en-US" dirty="0">
                <a:solidFill/>
              </a:rPr>
              <a:t>，也欢迎</a:t>
            </a:r>
            <a:r>
              <a:rPr lang="en-US" altLang="zh-CN" dirty="0">
                <a:solidFill/>
              </a:rPr>
              <a:t>PR</a:t>
            </a:r>
            <a:r>
              <a:rPr lang="zh-CN" altLang="en-US" dirty="0">
                <a:solidFill/>
              </a:rPr>
              <a:t>贡献更多变体！</a:t>
            </a:r>
            <a:endParaRPr lang="en-US" altLang="zh-CN" dirty="0"/>
          </a:p>
          <a:p>
            <a:pPr>
              <a:buClr>
                <a:srgbClr val="004B83"/>
              </a:buClr>
              <a:defRPr>
                <a:solidFill/>
              </a:defRPr>
            </a:pPr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4CCBE66-029B-1A42-8B93-5DED4C28F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480" y="593424"/>
            <a:ext cx="7891041" cy="1015200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使用方法</a:t>
            </a:r>
          </a:p>
        </p:txBody>
      </p:sp>
    </p:spTree>
    <p:extLst>
      <p:ext uri="{BB962C8B-B14F-4D97-AF65-F5344CB8AC3E}">
        <p14:creationId xmlns:p14="http://schemas.microsoft.com/office/powerpoint/2010/main" val="296989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54EBCB47-E079-8145-ACD0-A7E22DA14E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5416" y="2250895"/>
            <a:ext cx="3815306" cy="536005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en-US" altLang="zh-CN" dirty="0">
                <a:solidFill/>
              </a:rPr>
              <a:t>Foo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A4184C-CC2D-694B-9F25-182F7D3C3C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5896" y="2926055"/>
            <a:ext cx="4044825" cy="2934999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东五楼又迎来了一批在籍毕业生</a:t>
            </a:r>
            <a:endParaRPr lang="en-US" altLang="zh-CN" dirty="0"/>
          </a:p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大模型 智能体</a:t>
            </a:r>
            <a:endParaRPr lang="en-US" altLang="zh-CN" dirty="0"/>
          </a:p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一行不够，两行充数</a:t>
            </a:r>
            <a:endParaRPr lang="en-US" altLang="zh-CN" dirty="0"/>
          </a:p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更多页面款式供你选！</a:t>
            </a:r>
            <a:endParaRPr lang="en-US" altLang="zh-CN" dirty="0"/>
          </a:p>
          <a:p>
            <a:pPr>
              <a:defRPr>
                <a:solidFill/>
              </a:defRPr>
            </a:pPr>
            <a:r>
              <a:rPr lang="en-US" altLang="zh-CN" dirty="0">
                <a:solidFill/>
                <a:hlinkClick r:id="rId2"/>
              </a:rPr>
              <a:t>https://github.com/LSTM-zhul/HUST-PPT</a:t>
            </a:r>
            <a:endParaRPr lang="en-US" altLang="zh-CN" dirty="0"/>
          </a:p>
          <a:p>
            <a:pPr>
              <a:defRPr>
                <a:solidFill/>
              </a:defRPr>
            </a:pPr>
            <a:endParaRPr lang="zh-CN" altLang="en-US" dirty="0"/>
          </a:p>
          <a:p>
            <a:pPr>
              <a:defRPr>
                <a:solidFill/>
              </a:defRPr>
            </a:pPr>
            <a:endParaRPr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1F4BA5D-7260-7C42-9521-BC1650AE8C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892803" y="2250895"/>
            <a:ext cx="3815305" cy="553373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en-US" altLang="zh-CN" dirty="0">
                <a:solidFill/>
              </a:rPr>
              <a:t>Bar</a:t>
            </a:r>
            <a:endParaRPr lang="zh-CN" altLang="en-US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BC24247E-BDFE-4545-BC58-B2351CD1E6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63283" y="2926055"/>
            <a:ext cx="4044825" cy="2934999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en" altLang="zh-CN" dirty="0">
                <a:solidFill/>
              </a:rPr>
              <a:t>Made by</a:t>
            </a:r>
            <a:r>
              <a:rPr lang="zh-CN" altLang="en-US" dirty="0">
                <a:solidFill/>
              </a:rPr>
              <a:t> </a:t>
            </a:r>
            <a:r>
              <a:rPr lang="en" altLang="zh-CN" dirty="0">
                <a:solidFill/>
              </a:rPr>
              <a:t>liang</a:t>
            </a:r>
            <a:r>
              <a:rPr lang="zh-CN" altLang="en-US" dirty="0">
                <a:solidFill/>
              </a:rPr>
              <a:t> </a:t>
            </a:r>
            <a:r>
              <a:rPr lang="en-US" altLang="zh-CN" dirty="0" err="1">
                <a:solidFill/>
              </a:rPr>
              <a:t>zhu</a:t>
            </a:r>
            <a:r>
              <a:rPr lang="zh-CN" altLang="en-US" dirty="0">
                <a:solidFill/>
              </a:rPr>
              <a:t> </a:t>
            </a:r>
            <a:r>
              <a:rPr lang="en" altLang="zh-CN">
                <a:solidFill/>
              </a:rPr>
              <a:t>from HUST</a:t>
            </a:r>
            <a:endParaRPr lang="en" altLang="zh-CN" dirty="0">
              <a:solidFill/>
            </a:endParaRPr>
          </a:p>
          <a:p>
            <a:pPr>
              <a:defRPr>
                <a:solidFill/>
              </a:defRPr>
            </a:pPr>
            <a:r>
              <a:rPr lang="en-US" altLang="zh-CN" dirty="0">
                <a:solidFill/>
              </a:rPr>
              <a:t>LLM</a:t>
            </a:r>
            <a:r>
              <a:rPr lang="zh-CN" altLang="en-US" dirty="0">
                <a:solidFill/>
              </a:rPr>
              <a:t> </a:t>
            </a:r>
            <a:r>
              <a:rPr lang="en-US" altLang="zh-CN" dirty="0">
                <a:solidFill/>
              </a:rPr>
              <a:t>agent</a:t>
            </a:r>
          </a:p>
          <a:p>
            <a:pPr>
              <a:defRPr>
                <a:solidFill/>
              </a:defRPr>
            </a:pPr>
            <a:r>
              <a:rPr lang="en-US" altLang="zh-CN" dirty="0" err="1">
                <a:solidFill/>
              </a:rPr>
              <a:t>zhul</a:t>
            </a:r>
            <a:r>
              <a:rPr lang="zh-CN" altLang="en-US" dirty="0">
                <a:solidFill/>
              </a:rPr>
              <a:t>做了一个清净的主题模板</a:t>
            </a:r>
            <a:endParaRPr lang="en-US" altLang="zh-CN" dirty="0"/>
          </a:p>
          <a:p>
            <a:pPr>
              <a:defRPr>
                <a:solidFill/>
              </a:defRPr>
            </a:pPr>
            <a:r>
              <a:rPr lang="zh-CN" altLang="en" dirty="0">
                <a:solidFill/>
              </a:rPr>
              <a:t>欢迎大家</a:t>
            </a:r>
            <a:r>
              <a:rPr lang="zh-CN" altLang="en-US" dirty="0">
                <a:solidFill/>
              </a:rPr>
              <a:t>广而传播使用！</a:t>
            </a:r>
            <a:endParaRPr lang="en-US" altLang="zh-CN" dirty="0"/>
          </a:p>
          <a:p>
            <a:pPr>
              <a:defRPr>
                <a:solidFill/>
              </a:defRPr>
            </a:pPr>
            <a:r>
              <a:rPr lang="zh-CN" altLang="en" dirty="0">
                <a:solidFill/>
              </a:rPr>
              <a:t>链接</a:t>
            </a:r>
            <a:r>
              <a:rPr lang="zh-CN" altLang="en-US" dirty="0">
                <a:solidFill/>
              </a:rPr>
              <a:t>点开之后颜色会有变化（欢迎</a:t>
            </a:r>
            <a:r>
              <a:rPr lang="en-US" altLang="zh-CN" dirty="0">
                <a:solidFill/>
              </a:rPr>
              <a:t>star</a:t>
            </a:r>
            <a:r>
              <a:rPr lang="zh-CN" altLang="en-US" dirty="0">
                <a:solidFill/>
              </a:rPr>
              <a:t>）</a:t>
            </a:r>
            <a:endParaRPr lang="en-US" altLang="zh-CN" dirty="0"/>
          </a:p>
          <a:p>
            <a:pPr>
              <a:defRPr>
                <a:solidFill/>
              </a:defRPr>
            </a:pPr>
            <a:endParaRPr lang="en" altLang="zh-CN" dirty="0"/>
          </a:p>
          <a:p>
            <a:pPr>
              <a:defRPr>
                <a:solidFill/>
              </a:defRPr>
            </a:pPr>
            <a:endParaRPr lang="zh-CN" altLang="en-US" dirty="0"/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749DA121-AAE1-8447-8DF5-6C89DB3D3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063" y="593725"/>
            <a:ext cx="7889875" cy="1014413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紫菘舍</a:t>
            </a:r>
          </a:p>
        </p:txBody>
      </p:sp>
    </p:spTree>
    <p:extLst>
      <p:ext uri="{BB962C8B-B14F-4D97-AF65-F5344CB8AC3E}">
        <p14:creationId xmlns:p14="http://schemas.microsoft.com/office/powerpoint/2010/main" val="32322228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D0B13F-42D2-8A44-A2CA-732B1A987C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895" y="4395677"/>
            <a:ext cx="8272212" cy="566738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可以使用的页面如上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FBCEC49-30FC-484A-B809-CD53E899BE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35895" y="4962418"/>
            <a:ext cx="8272213" cy="598671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本页空白比较大，可以放图等内容</a:t>
            </a:r>
          </a:p>
        </p:txBody>
      </p:sp>
    </p:spTree>
    <p:extLst>
      <p:ext uri="{BB962C8B-B14F-4D97-AF65-F5344CB8AC3E}">
        <p14:creationId xmlns:p14="http://schemas.microsoft.com/office/powerpoint/2010/main" val="13422115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1C3EC9-98F6-1540-AB0B-5EF8D14C67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2377" y="2028084"/>
            <a:ext cx="7699248" cy="1376851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下一个章节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C9CF303-7D57-D44C-9067-E10B97FFEE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2377" y="3830630"/>
            <a:ext cx="7699248" cy="1340999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我们需要进入一些</a:t>
            </a:r>
            <a:r>
              <a:rPr lang="en-US" altLang="zh-CN" dirty="0">
                <a:solidFill/>
              </a:rPr>
              <a:t>details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193979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07C298-BBDA-2946-B9D9-D457CECF1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098" y="4928762"/>
            <a:ext cx="7749976" cy="653148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标题在下方</a:t>
            </a:r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A7A99426-128D-3941-847C-44314C339102}"/>
              </a:ext>
            </a:extLst>
          </p:cNvPr>
          <p:cNvSpPr>
            <a:spLocks noGrp="1"/>
          </p:cNvSpPr>
          <p:nvPr>
            <p:ph idx="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849B47-9C38-BF44-922D-DEF9C6B978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6098" y="5581910"/>
            <a:ext cx="7749976" cy="365126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这是一个不同的设计</a:t>
            </a:r>
          </a:p>
        </p:txBody>
      </p:sp>
    </p:spTree>
    <p:extLst>
      <p:ext uri="{BB962C8B-B14F-4D97-AF65-F5344CB8AC3E}">
        <p14:creationId xmlns:p14="http://schemas.microsoft.com/office/powerpoint/2010/main" val="28949314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31E0E24-E099-8B4F-8CA2-04B828D790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877237" y="675727"/>
            <a:ext cx="1424622" cy="5183073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竖排文本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B2F21B7-6DD4-2240-86E2-0461F60906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81193" y="675727"/>
            <a:ext cx="5843708" cy="5183073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这里还可以写一些竖排文本，效果大概是这样的</a:t>
            </a:r>
            <a:endParaRPr lang="en-US" altLang="zh-CN" dirty="0"/>
          </a:p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异构多智能体协同</a:t>
            </a:r>
          </a:p>
        </p:txBody>
      </p:sp>
    </p:spTree>
    <p:extLst>
      <p:ext uri="{BB962C8B-B14F-4D97-AF65-F5344CB8AC3E}">
        <p14:creationId xmlns:p14="http://schemas.microsoft.com/office/powerpoint/2010/main" val="23250700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8A6FF1-38C6-BF40-AA54-FC2C1268CA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2377" y="2028084"/>
            <a:ext cx="7699248" cy="1356406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感谢使用和支持！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486DF19-DC1B-514A-8C02-64E0ECCD2C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2377" y="3819055"/>
            <a:ext cx="7699248" cy="1340999"/>
          </a:xfrm>
          <a:ln>
            <a:solidFill/>
          </a:ln>
        </p:spPr>
        <p:txBody>
          <a:bodyPr>
            <a:normAutofit/>
          </a:bodyPr>
          <a:lstStyle/>
          <a:p>
            <a:pPr>
              <a:defRPr>
                <a:solidFill/>
              </a:defRPr>
            </a:pPr>
            <a:r>
              <a:rPr lang="en-US" altLang="zh-CN" dirty="0" err="1">
                <a:solidFill/>
              </a:rPr>
              <a:t>zhu</a:t>
            </a:r>
            <a:endParaRPr lang="en-US" altLang="zh-CN" dirty="0">
              <a:solidFill/>
            </a:endParaRPr>
          </a:p>
          <a:p>
            <a:pPr>
              <a:defRPr>
                <a:solidFill/>
              </a:defRPr>
            </a:pPr>
            <a:r>
              <a:rPr lang="en-US" altLang="zh-CN" dirty="0">
                <a:solidFill/>
              </a:rPr>
              <a:t>9999</a:t>
            </a:r>
            <a:r>
              <a:rPr lang="zh-CN" altLang="en-US" dirty="0">
                <a:solidFill/>
              </a:rPr>
              <a:t>年</a:t>
            </a:r>
            <a:r>
              <a:rPr lang="en-US" altLang="zh-CN" dirty="0">
                <a:solidFill/>
              </a:rPr>
              <a:t>13</a:t>
            </a:r>
            <a:r>
              <a:rPr lang="zh-CN" altLang="en-US" dirty="0">
                <a:solidFill/>
              </a:rPr>
              <a:t>月</a:t>
            </a:r>
            <a:r>
              <a:rPr lang="en-US" altLang="zh-CN" dirty="0">
                <a:solidFill/>
              </a:rPr>
              <a:t>32</a:t>
            </a:r>
            <a:r>
              <a:rPr lang="zh-CN" altLang="en-US" dirty="0">
                <a:solidFill/>
              </a:rPr>
              <a:t>日</a:t>
            </a:r>
          </a:p>
        </p:txBody>
      </p:sp>
    </p:spTree>
    <p:extLst>
      <p:ext uri="{BB962C8B-B14F-4D97-AF65-F5344CB8AC3E}">
        <p14:creationId xmlns:p14="http://schemas.microsoft.com/office/powerpoint/2010/main" val="1433308298"/>
      </p:ext>
    </p:extLst>
  </p:cSld>
  <p:clrMapOvr>
    <a:masterClrMapping/>
  </p:clrMapOvr>
</p:sld>
</file>

<file path=ppt/theme/theme1.xml><?xml version="1.0" encoding="utf-8"?>
<a:theme xmlns:a="http://schemas.openxmlformats.org/drawingml/2006/main" name="清华简约主题-扁平-4:3">
  <a:themeElements>
    <a:clrScheme name="自定义 18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004B83"/>
      </a:accent1>
      <a:accent2>
        <a:srgbClr val="004B83"/>
      </a:accent2>
      <a:accent3>
        <a:srgbClr val="E6C46D"/>
      </a:accent3>
      <a:accent4>
        <a:srgbClr val="969FA7"/>
      </a:accent4>
      <a:accent5>
        <a:srgbClr val="A9C37C"/>
      </a:accent5>
      <a:accent6>
        <a:srgbClr val="5A8071"/>
      </a:accent6>
      <a:hlink>
        <a:srgbClr val="007698"/>
      </a:hlink>
      <a:folHlink>
        <a:srgbClr val="43064C"/>
      </a:folHlink>
    </a:clrScheme>
    <a:fontScheme name="红利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红利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5D8C9649-FBE1-4B5B-8258-8A170F9843AD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5179</TotalTime>
  <Words>267</Words>
  <Application>Microsoft Macintosh PowerPoint</Application>
  <PresentationFormat>全屏显示(4:3)</PresentationFormat>
  <Paragraphs>41</Paragraphs>
  <Slides>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3" baseType="lpstr">
      <vt:lpstr>等线</vt:lpstr>
      <vt:lpstr>Gill Sans MT</vt:lpstr>
      <vt:lpstr>Wingdings 2</vt:lpstr>
      <vt:lpstr>清华简约主题-扁平-4:3</vt:lpstr>
      <vt:lpstr>华科简约主题PPT模板 扁平风格 4:3</vt:lpstr>
      <vt:lpstr>目录</vt:lpstr>
      <vt:lpstr>使用方法</vt:lpstr>
      <vt:lpstr>紫菘舍</vt:lpstr>
      <vt:lpstr>可以使用的页面如上</vt:lpstr>
      <vt:lpstr>下一个章节</vt:lpstr>
      <vt:lpstr>标题在下方</vt:lpstr>
      <vt:lpstr>竖排文本</vt:lpstr>
      <vt:lpstr>感谢使用和支持！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朱亮</dc:creator>
  <cp:lastModifiedBy>亮 朱</cp:lastModifiedBy>
  <cp:revision>1330</cp:revision>
  <cp:lastPrinted>2020-04-04T02:50:47Z</cp:lastPrinted>
  <dcterms:created xsi:type="dcterms:W3CDTF">2020-01-04T07:43:38Z</dcterms:created>
  <dcterms:modified xsi:type="dcterms:W3CDTF">2026-01-18T03:34:25Z</dcterms:modified>
</cp:coreProperties>
</file>