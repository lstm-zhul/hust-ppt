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sldIdLst>
    <p:sldId id="256" r:id="rId2"/>
    <p:sldId id="258" r:id="rId3"/>
    <p:sldId id="260" r:id="rId4"/>
    <p:sldId id="267" r:id="rId5"/>
    <p:sldId id="262" r:id="rId6"/>
    <p:sldId id="259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15"/>
    <p:restoredTop sz="86370"/>
  </p:normalViewPr>
  <p:slideViewPr>
    <p:cSldViewPr snapToGrid="0" snapToObjects="1">
      <p:cViewPr varScale="1">
        <p:scale>
          <a:sx n="81" d="100"/>
          <a:sy n="81" d="100"/>
        </p:scale>
        <p:origin x="208" y="784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12192000" cy="256100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807CA4-C594-3747-811D-AECABC927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0223C87-E140-FC47-8247-2D68FF33A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E42ACB8-E538-4440-8190-A32049363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2649AC-D7AC-553A-2996-52D018996C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D466B2-7417-6A44-93CE-B6AD2C9CEBF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712CA51D-FD70-C947-AA2A-7D31051F37F6}"/>
              </a:ext>
            </a:extLst>
          </p:cNvPr>
          <p:cNvSpPr>
            <a:spLocks noChangeAspect="1"/>
          </p:cNvSpPr>
          <p:nvPr userDrawn="1"/>
        </p:nvSpPr>
        <p:spPr>
          <a:xfrm>
            <a:off x="2" y="0"/>
            <a:ext cx="3488007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5C3A77-996F-D547-A946-FD706C8E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91" y="1964075"/>
            <a:ext cx="2991424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3600" cap="none" baseline="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EA75F0-3C7C-6E4E-BC95-17186F79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290" y="1137357"/>
            <a:ext cx="606651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2206109-9F71-4FC5-B0CD-898EE1D43C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552" y="73045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A0E62274-98AF-2241-9A77-674A409D72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CEBDF014-FCAB-094A-9CD9-F9DA807CD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3E459E-725A-7C36-4518-4F6D7173D6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71056" y="5277833"/>
            <a:ext cx="1280364" cy="971797"/>
          </a:xfrm>
          <a:prstGeom prst="rect">
            <a:avLst/>
          </a:prstGeom>
        </p:spPr>
      </p:pic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A392C9B-44C0-6644-BD6C-E143FA2F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943B4F-7DD9-1B4F-B557-A91CFB8F74E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B22468-F02A-F448-8B18-5B7757B695E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770DA6-1AF1-C940-AA73-A65453BE036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DAF1E9-59CF-2D42-8740-6D200FC4192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001B2277-AA70-E141-BC48-4D053E71C76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5" y="5262298"/>
            <a:ext cx="4709928" cy="689515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534494-0E97-30FE-76EF-BD6A845E51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71056" y="5277833"/>
            <a:ext cx="1280364" cy="97179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52075E8-AF1D-904C-94C1-FC4415AEDE2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3FAC5A-AE07-2149-BE0E-FF68E2AACCF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2" y="0"/>
            <a:ext cx="3352798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45914C7-3EB9-0996-9AF5-71CC8AE37D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71056" y="86400"/>
            <a:ext cx="1280364" cy="97179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3673" y="675728"/>
            <a:ext cx="2089963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4" y="5956139"/>
            <a:ext cx="132814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5" y="5951813"/>
            <a:ext cx="789627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6" y="5956139"/>
            <a:ext cx="97045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E1DFE2"/>
            </a:gs>
            <a:gs pos="50000">
              <a:schemeClr val="bg1">
                <a:lumMod val="95000"/>
              </a:schemeClr>
            </a:gs>
            <a:gs pos="100000">
              <a:srgbClr val="E1DFE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D2BB52D3-7EE7-624D-A686-4D1AE1F2C90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2192000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7018390-25F4-D64E-878B-24CA2E1122C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612003"/>
            <a:ext cx="12192000" cy="24599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605993B-0BC1-33DA-025E-E75BE557EA2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71056" y="86400"/>
            <a:ext cx="1280364" cy="9717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77" y="87749"/>
            <a:ext cx="10795605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LSTM-zhul/HUST-PP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atomiechen/THU-PPT-Them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华科简约主题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顶边风格 </a:t>
            </a:r>
            <a:r>
              <a:rPr lang="en-US" altLang="zh-CN" dirty="0">
                <a:solidFill/>
              </a:rPr>
              <a:t>16:9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东五楼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2026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18</a:t>
            </a:r>
            <a:r>
              <a:rPr lang="zh-CN" altLang="en-US" dirty="0">
                <a:solidFill/>
              </a:rPr>
              <a:t>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27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这里可以写你的目录内容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359263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171584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东五楼又迎来了第一批在籍毕业生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liang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 err="1">
                <a:solidFill/>
              </a:rPr>
              <a:t>zhu</a:t>
            </a:r>
            <a:r>
              <a:rPr kumimoji="1" lang="en" altLang="zh-CN" dirty="0">
                <a:solidFill/>
              </a:rPr>
              <a:t> from HUST </a:t>
            </a:r>
          </a:p>
          <a:p>
            <a:r>
              <a:rPr kumimoji="1" lang="en" altLang="zh-CN" dirty="0">
                <a:solidFill/>
              </a:rPr>
              <a:t>Heterogeneous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multi-agents</a:t>
            </a:r>
            <a:endParaRPr kumimoji="1" lang="en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r>
              <a:rPr kumimoji="1" lang="zh-CN" altLang="en-US">
                <a:solidFill/>
              </a:rPr>
              <a:t> 做</a:t>
            </a:r>
            <a:r>
              <a:rPr kumimoji="1" lang="zh-CN" altLang="en-US" dirty="0">
                <a:solidFill/>
              </a:rPr>
              <a:t>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紫菘舍</a:t>
            </a:r>
          </a:p>
        </p:txBody>
      </p:sp>
    </p:spTree>
    <p:extLst>
      <p:ext uri="{BB962C8B-B14F-4D97-AF65-F5344CB8AC3E}">
        <p14:creationId xmlns:p14="http://schemas.microsoft.com/office/powerpoint/2010/main" val="3899668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399868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4BB7B-3953-EC47-A0EB-2FE48D54AF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56719-6C6D-A144-880F-C329C26FB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2849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</a:p>
        </p:txBody>
      </p:sp>
    </p:spTree>
    <p:extLst>
      <p:ext uri="{BB962C8B-B14F-4D97-AF65-F5344CB8AC3E}">
        <p14:creationId xmlns:p14="http://schemas.microsoft.com/office/powerpoint/2010/main" val="1215972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274332550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顶边-16:9">
  <a:themeElements>
    <a:clrScheme name="自定义 20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3982</TotalTime>
  <Words>262</Words>
  <Application>Microsoft Macintosh PowerPoint</Application>
  <PresentationFormat>宽屏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Gill Sans MT</vt:lpstr>
      <vt:lpstr>Wingdings 2</vt:lpstr>
      <vt:lpstr>清华简约主题-顶边-16:9</vt:lpstr>
      <vt:lpstr>华科简约主题PPT模板 顶边风格 16:9</vt:lpstr>
      <vt:lpstr>目录</vt:lpstr>
      <vt:lpstr>使用方法</vt:lpstr>
      <vt:lpstr>紫菘舍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1173</cp:revision>
  <cp:lastPrinted>2020-04-04T02:50:47Z</cp:lastPrinted>
  <dcterms:created xsi:type="dcterms:W3CDTF">2020-01-04T07:43:38Z</dcterms:created>
  <dcterms:modified xsi:type="dcterms:W3CDTF">2026-01-18T03:31:04Z</dcterms:modified>
</cp:coreProperties>
</file>