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8" r:id="rId1"/>
  </p:sldMasterIdLst>
  <p:notesMasterIdLst>
    <p:notesMasterId r:id="rId11"/>
  </p:notesMasterIdLst>
  <p:sldIdLst>
    <p:sldId id="270" r:id="rId2"/>
    <p:sldId id="258" r:id="rId3"/>
    <p:sldId id="268" r:id="rId4"/>
    <p:sldId id="267" r:id="rId5"/>
    <p:sldId id="265" r:id="rId6"/>
    <p:sldId id="271" r:id="rId7"/>
    <p:sldId id="273" r:id="rId8"/>
    <p:sldId id="261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B83"/>
    <a:srgbClr val="660874"/>
    <a:srgbClr val="5C307D"/>
    <a:srgbClr val="FFFFFF"/>
    <a:srgbClr val="F6F4F7"/>
    <a:srgbClr val="93549F"/>
    <a:srgbClr val="FEFDFF"/>
    <a:srgbClr val="E1DF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89"/>
    <p:restoredTop sz="86378"/>
  </p:normalViewPr>
  <p:slideViewPr>
    <p:cSldViewPr snapToGrid="0" snapToObjects="1">
      <p:cViewPr varScale="1">
        <p:scale>
          <a:sx n="92" d="100"/>
          <a:sy n="92" d="100"/>
        </p:scale>
        <p:origin x="192" y="944"/>
      </p:cViewPr>
      <p:guideLst/>
    </p:cSldViewPr>
  </p:slideViewPr>
  <p:outlineViewPr>
    <p:cViewPr>
      <p:scale>
        <a:sx n="33" d="100"/>
        <a:sy n="33" d="100"/>
      </p:scale>
      <p:origin x="0" y="-1140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A51940-DB52-3B48-AABB-9C7938529E4E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18717E-F74C-4246-A795-6577BEDC83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15298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18717E-F74C-4246-A795-6577BEDC8382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172475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>
            <a:extLst>
              <a:ext uri="{FF2B5EF4-FFF2-40B4-BE49-F238E27FC236}">
                <a16:creationId xmlns:a16="http://schemas.microsoft.com/office/drawing/2014/main" id="{7801A0AD-A4D9-2B48-AB5E-2388481E37AE}"/>
              </a:ext>
            </a:extLst>
          </p:cNvPr>
          <p:cNvGrpSpPr/>
          <p:nvPr userDrawn="1"/>
        </p:nvGrpSpPr>
        <p:grpSpPr>
          <a:xfrm>
            <a:off x="599225" y="1736370"/>
            <a:ext cx="10993549" cy="1903301"/>
            <a:chOff x="599225" y="1921565"/>
            <a:chExt cx="10993549" cy="1903301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47A9D506-C91D-DF44-8641-48F37CD3C15A}"/>
                </a:ext>
              </a:extLst>
            </p:cNvPr>
            <p:cNvSpPr/>
            <p:nvPr userDrawn="1"/>
          </p:nvSpPr>
          <p:spPr>
            <a:xfrm>
              <a:off x="599225" y="1921565"/>
              <a:ext cx="10993549" cy="19033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/>
                </a:defRPr>
              </a:pPr>
              <a:endParaRPr kumimoji="1" lang="zh-CN" altLang="en-US"/>
            </a:p>
          </p:txBody>
        </p:sp>
        <p:sp>
          <p:nvSpPr>
            <p:cNvPr id="18" name="半闭框 17">
              <a:extLst>
                <a:ext uri="{FF2B5EF4-FFF2-40B4-BE49-F238E27FC236}">
                  <a16:creationId xmlns:a16="http://schemas.microsoft.com/office/drawing/2014/main" id="{A1E2328B-A4C4-764E-ACC8-998B2E63C537}"/>
                </a:ext>
              </a:extLst>
            </p:cNvPr>
            <p:cNvSpPr/>
            <p:nvPr userDrawn="1"/>
          </p:nvSpPr>
          <p:spPr>
            <a:xfrm>
              <a:off x="599225" y="1921565"/>
              <a:ext cx="821803" cy="867934"/>
            </a:xfrm>
            <a:prstGeom prst="halfFrame">
              <a:avLst>
                <a:gd name="adj1" fmla="val 23474"/>
                <a:gd name="adj2" fmla="val 23475"/>
              </a:avLst>
            </a:prstGeom>
            <a:solidFill>
              <a:srgbClr val="004B83"/>
            </a:solidFill>
            <a:ln>
              <a:solid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/>
                </a:defRPr>
              </a:pPr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0533506A-6FCC-464D-8406-9673E74408CF}"/>
                </a:ext>
              </a:extLst>
            </p:cNvPr>
            <p:cNvSpPr/>
            <p:nvPr userDrawn="1"/>
          </p:nvSpPr>
          <p:spPr>
            <a:xfrm>
              <a:off x="10161778" y="3614195"/>
              <a:ext cx="1430996" cy="210671"/>
            </a:xfrm>
            <a:prstGeom prst="rect">
              <a:avLst/>
            </a:prstGeom>
            <a:ln>
              <a:solid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/>
                </a:defRPr>
              </a:pPr>
              <a:endParaRPr kumimoji="1" lang="zh-CN" altLang="en-US"/>
            </a:p>
          </p:txBody>
        </p:sp>
      </p:grpSp>
      <p:sp>
        <p:nvSpPr>
          <p:cNvPr id="13" name="Subtitle 2">
            <a:extLst>
              <a:ext uri="{FF2B5EF4-FFF2-40B4-BE49-F238E27FC236}">
                <a16:creationId xmlns:a16="http://schemas.microsoft.com/office/drawing/2014/main" id="{103A73B5-4CCB-264A-803E-B46FEDFF96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3169" y="3819054"/>
            <a:ext cx="10265664" cy="1340999"/>
          </a:xfrm>
          <a:prstGeom prst="rect">
            <a:avLst/>
          </a:prstGeom>
          <a:ln>
            <a:solidFill/>
          </a:ln>
        </p:spPr>
        <p:txBody>
          <a:bodyPr anchor="t">
            <a:normAutofit/>
          </a:bodyPr>
          <a:lstStyle>
            <a:lvl1pPr marL="0" indent="0" algn="l">
              <a:buNone/>
              <a:defRPr sz="2000" cap="none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单击此处编辑母版副标题样式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27B568-9C73-4347-A347-6FC2B45E44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41202B-2D63-8945-91A5-3692FFC32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E223B9-0CD9-7541-945A-15D818727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BF98613E-C742-CD46-89BD-FA8FCC0A7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167" y="2023572"/>
            <a:ext cx="10265664" cy="1325563"/>
          </a:xfrm>
          <a:ln>
            <a:solidFill/>
          </a:ln>
        </p:spPr>
        <p:txBody>
          <a:bodyPr anchor="b">
            <a:normAutofit/>
          </a:bodyPr>
          <a:lstStyle>
            <a:lvl1pPr>
              <a:defRPr lang="zh-CN" altLang="en-US" sz="3600" b="0" kern="1200" cap="none" baseline="0" dirty="0">
                <a:solidFill>
                  <a:srgbClr val="004B83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66D7B11-B48F-02E5-FA98-02C038F6FC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01893" y="283488"/>
            <a:ext cx="3223846" cy="755992"/>
          </a:xfrm>
          <a:prstGeom prst="rect">
            <a:avLst/>
          </a:prstGeom>
          <a:ln>
            <a:solidFill/>
          </a:ln>
        </p:spPr>
      </p:pic>
    </p:spTree>
    <p:extLst>
      <p:ext uri="{BB962C8B-B14F-4D97-AF65-F5344CB8AC3E}">
        <p14:creationId xmlns:p14="http://schemas.microsoft.com/office/powerpoint/2010/main" val="93499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BC206B-21AF-2048-B8C2-02D34676B9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10A914D-220E-194F-89A4-BA7B89110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BD13FCE-5499-EA41-85BE-AEB592F65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6" name="文本占位符 11">
            <a:extLst>
              <a:ext uri="{FF2B5EF4-FFF2-40B4-BE49-F238E27FC236}">
                <a16:creationId xmlns:a16="http://schemas.microsoft.com/office/drawing/2014/main" id="{F1297FE0-3BB9-B64C-AC4D-632A56249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682546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>
            <a:normAutofit/>
          </a:bodyPr>
          <a:lstStyle/>
          <a:p>
            <a:pPr lvl="0"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kumimoji="1"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kumimoji="1"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kumimoji="1"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kumimoji="1" lang="zh-CN" altLang="en-US" dirty="0">
                <a:solidFill/>
              </a:rPr>
              <a:t>五级</a:t>
            </a:r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808527B2-D8A8-804C-84C3-640A2789E7B8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409904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6727754-C851-C341-8EC8-C90F9BC75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1883" y="2118167"/>
            <a:ext cx="10178926" cy="3602477"/>
          </a:xfrm>
          <a:prstGeom prst="rect">
            <a:avLst/>
          </a:prstGeom>
          <a:ln>
            <a:solidFill/>
          </a:ln>
        </p:spPr>
        <p:txBody>
          <a:bodyPr anchor="ctr">
            <a:normAutofit/>
          </a:bodyPr>
          <a:lstStyle>
            <a:lvl1pPr algn="l">
              <a:defRPr sz="3200"/>
            </a:lvl1pPr>
            <a:lvl2pPr algn="l">
              <a:defRPr sz="2800"/>
            </a:lvl2pPr>
            <a:lvl3pPr algn="l">
              <a:defRPr sz="2400"/>
            </a:lvl3pPr>
            <a:lvl4pPr algn="l">
              <a:defRPr sz="2000"/>
            </a:lvl4pPr>
            <a:lvl5pPr algn="l">
              <a:defRPr sz="2000"/>
            </a:lvl5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83F81271-2815-9B4A-9DE1-54434A60C9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5597317"/>
            <a:ext cx="2844799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A57A6457-265E-454A-8DEA-AC0A1AAC3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31882" y="5592991"/>
            <a:ext cx="6066519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17055F7E-60B7-6A43-A3E4-C6F9DC89F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597317"/>
            <a:ext cx="1052508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4D989D6D-F1B5-F54E-813A-CCB6A463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1882" y="490438"/>
            <a:ext cx="10178925" cy="1351451"/>
          </a:xfrm>
          <a:prstGeom prst="rect">
            <a:avLst/>
          </a:prstGeom>
          <a:ln>
            <a:solidFill/>
          </a:ln>
        </p:spPr>
        <p:txBody>
          <a:bodyPr anchor="ctr">
            <a:normAutofit/>
          </a:bodyPr>
          <a:lstStyle>
            <a:lvl1pPr algn="l">
              <a:defRPr sz="3600"/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21" name="Rectangle 8">
            <a:extLst>
              <a:ext uri="{FF2B5EF4-FFF2-40B4-BE49-F238E27FC236}">
                <a16:creationId xmlns:a16="http://schemas.microsoft.com/office/drawing/2014/main" id="{23D49990-DD79-AF4A-809C-C7A68D94B066}"/>
              </a:ext>
            </a:extLst>
          </p:cNvPr>
          <p:cNvSpPr/>
          <p:nvPr userDrawn="1"/>
        </p:nvSpPr>
        <p:spPr>
          <a:xfrm rot="5400000">
            <a:off x="-2692137" y="3263038"/>
            <a:ext cx="6858000" cy="331923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6159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EA6CC6FD-0536-1042-94FB-7B29BCD323E4}"/>
              </a:ext>
            </a:extLst>
          </p:cNvPr>
          <p:cNvGrpSpPr/>
          <p:nvPr userDrawn="1"/>
        </p:nvGrpSpPr>
        <p:grpSpPr>
          <a:xfrm>
            <a:off x="599225" y="1736370"/>
            <a:ext cx="10993549" cy="1903301"/>
            <a:chOff x="599225" y="1921565"/>
            <a:chExt cx="10993549" cy="1903301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BB59113-F03A-6147-A467-92DB82160BCD}"/>
                </a:ext>
              </a:extLst>
            </p:cNvPr>
            <p:cNvSpPr/>
            <p:nvPr userDrawn="1"/>
          </p:nvSpPr>
          <p:spPr>
            <a:xfrm>
              <a:off x="599225" y="1921565"/>
              <a:ext cx="10993549" cy="19033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/>
                </a:defRPr>
              </a:pPr>
              <a:endParaRPr kumimoji="1"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C3E5866-268A-1A4A-BD63-7247C0C32E7C}"/>
                </a:ext>
              </a:extLst>
            </p:cNvPr>
            <p:cNvSpPr/>
            <p:nvPr userDrawn="1"/>
          </p:nvSpPr>
          <p:spPr>
            <a:xfrm>
              <a:off x="599227" y="1921566"/>
              <a:ext cx="192900" cy="1903300"/>
            </a:xfrm>
            <a:prstGeom prst="rect">
              <a:avLst/>
            </a:prstGeom>
            <a:ln>
              <a:solid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/>
                </a:defRPr>
              </a:pPr>
              <a:endParaRPr kumimoji="1" lang="zh-CN" altLang="en-US"/>
            </a:p>
          </p:txBody>
        </p:sp>
      </p:grpSp>
      <p:sp>
        <p:nvSpPr>
          <p:cNvPr id="25" name="Subtitle 2">
            <a:extLst>
              <a:ext uri="{FF2B5EF4-FFF2-40B4-BE49-F238E27FC236}">
                <a16:creationId xmlns:a16="http://schemas.microsoft.com/office/drawing/2014/main" id="{8DDB4CB7-B75A-CF44-8C12-E3DE32CE31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3169" y="3830629"/>
            <a:ext cx="10265664" cy="1340999"/>
          </a:xfrm>
          <a:prstGeom prst="rect">
            <a:avLst/>
          </a:prstGeom>
          <a:ln>
            <a:solidFill/>
          </a:ln>
        </p:spPr>
        <p:txBody>
          <a:bodyPr anchor="t">
            <a:normAutofit/>
          </a:bodyPr>
          <a:lstStyle>
            <a:lvl1pPr marL="0" indent="0" algn="l">
              <a:buNone/>
              <a:defRPr sz="2000" cap="none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单击此处编辑母版副标题样式</a:t>
            </a:r>
            <a:endParaRPr lang="en-US" dirty="0"/>
          </a:p>
        </p:txBody>
      </p:sp>
      <p:sp>
        <p:nvSpPr>
          <p:cNvPr id="27" name="日期占位符 10">
            <a:extLst>
              <a:ext uri="{FF2B5EF4-FFF2-40B4-BE49-F238E27FC236}">
                <a16:creationId xmlns:a16="http://schemas.microsoft.com/office/drawing/2014/main" id="{2D4038F2-9086-4849-856C-3F44B96D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23545" y="5597323"/>
            <a:ext cx="2523280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28" name="页脚占位符 11">
            <a:extLst>
              <a:ext uri="{FF2B5EF4-FFF2-40B4-BE49-F238E27FC236}">
                <a16:creationId xmlns:a16="http://schemas.microsoft.com/office/drawing/2014/main" id="{0ED79189-463D-A34A-93FE-02DAF3CA4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3377" y="5592997"/>
            <a:ext cx="6585500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29" name="灯片编号占位符 12">
            <a:extLst>
              <a:ext uri="{FF2B5EF4-FFF2-40B4-BE49-F238E27FC236}">
                <a16:creationId xmlns:a16="http://schemas.microsoft.com/office/drawing/2014/main" id="{81D88334-B4F7-F340-8AA4-0865A0C0C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51493" y="5597323"/>
            <a:ext cx="1203271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DCF5355-3BF2-774E-B550-673024387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169" y="1909598"/>
            <a:ext cx="10265664" cy="1556843"/>
          </a:xfrm>
          <a:ln>
            <a:solidFill/>
          </a:ln>
        </p:spPr>
        <p:txBody>
          <a:bodyPr>
            <a:normAutofit/>
          </a:bodyPr>
          <a:lstStyle>
            <a:lvl1pPr>
              <a:defRPr sz="3600"/>
            </a:lvl1pPr>
          </a:lstStyle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282667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4" y="2228005"/>
            <a:ext cx="5422391" cy="3242630"/>
          </a:xfrm>
          <a:prstGeom prst="rect">
            <a:avLst/>
          </a:prstGeom>
          <a:ln>
            <a:solidFill/>
          </a:ln>
        </p:spPr>
        <p:txBody>
          <a:bodyPr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5"/>
            <a:ext cx="5422392" cy="3242630"/>
          </a:xfrm>
          <a:prstGeom prst="rect">
            <a:avLst/>
          </a:prstGeom>
          <a:ln>
            <a:solidFill/>
          </a:ln>
        </p:spPr>
        <p:txBody>
          <a:bodyPr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7A00BA7C-B7C4-294B-9F35-03377421661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14618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20" y="1840986"/>
            <a:ext cx="5087075" cy="536005"/>
          </a:xfrm>
          <a:prstGeom prst="rect">
            <a:avLst/>
          </a:prstGeom>
          <a:ln>
            <a:solidFill/>
          </a:ln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5" y="2516146"/>
            <a:ext cx="5393100" cy="2934999"/>
          </a:xfrm>
          <a:prstGeom prst="rect">
            <a:avLst/>
          </a:prstGeom>
          <a:ln>
            <a:solidFill/>
          </a:ln>
        </p:spPr>
        <p:txBody>
          <a:bodyPr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7" y="1840986"/>
            <a:ext cx="5087073" cy="553373"/>
          </a:xfrm>
          <a:prstGeom prst="rect">
            <a:avLst/>
          </a:prstGeom>
          <a:ln>
            <a:solidFill/>
          </a:ln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10" y="2516146"/>
            <a:ext cx="5393100" cy="2934999"/>
          </a:xfrm>
          <a:prstGeom prst="rect">
            <a:avLst/>
          </a:prstGeom>
          <a:ln>
            <a:solidFill/>
          </a:ln>
        </p:spPr>
        <p:txBody>
          <a:bodyPr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DA88991B-B04D-964D-9FD5-C5FDD84D8F64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06004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26D486A1-CD8C-8043-9CCC-31A4272B2E51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57521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89483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内容与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>
            <a:extLst>
              <a:ext uri="{FF2B5EF4-FFF2-40B4-BE49-F238E27FC236}">
                <a16:creationId xmlns:a16="http://schemas.microsoft.com/office/drawing/2014/main" id="{DD0108F8-765A-DF43-9CAF-934132882EE3}"/>
              </a:ext>
            </a:extLst>
          </p:cNvPr>
          <p:cNvSpPr>
            <a:spLocks noChangeAspect="1"/>
          </p:cNvSpPr>
          <p:nvPr userDrawn="1"/>
        </p:nvSpPr>
        <p:spPr>
          <a:xfrm>
            <a:off x="447816" y="4914808"/>
            <a:ext cx="385561" cy="1032227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ln>
            <a:solidFill/>
          </a:ln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13" name="日期占位符 12">
            <a:extLst>
              <a:ext uri="{FF2B5EF4-FFF2-40B4-BE49-F238E27FC236}">
                <a16:creationId xmlns:a16="http://schemas.microsoft.com/office/drawing/2014/main" id="{27EF20E3-0B10-CC4C-8857-F75CEE19C8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23545" y="6054522"/>
            <a:ext cx="2523280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14" name="页脚占位符 13">
            <a:extLst>
              <a:ext uri="{FF2B5EF4-FFF2-40B4-BE49-F238E27FC236}">
                <a16:creationId xmlns:a16="http://schemas.microsoft.com/office/drawing/2014/main" id="{D6A46670-09C5-DF43-9EF6-67590CA28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3377" y="6054522"/>
            <a:ext cx="6585500" cy="360799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15" name="灯片编号占位符 14">
            <a:extLst>
              <a:ext uri="{FF2B5EF4-FFF2-40B4-BE49-F238E27FC236}">
                <a16:creationId xmlns:a16="http://schemas.microsoft.com/office/drawing/2014/main" id="{49BC921D-B28B-A34C-9F91-98F82F8B7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51493" y="6054522"/>
            <a:ext cx="1203271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6" name="标题 15">
            <a:extLst>
              <a:ext uri="{FF2B5EF4-FFF2-40B4-BE49-F238E27FC236}">
                <a16:creationId xmlns:a16="http://schemas.microsoft.com/office/drawing/2014/main" id="{B9810DAD-9990-3F41-8006-AEEF4C107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463" y="4913486"/>
            <a:ext cx="10333301" cy="609039"/>
          </a:xfrm>
          <a:prstGeom prst="rect">
            <a:avLst/>
          </a:prstGeo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55FFD6E9-9193-E149-909D-CF6ACACD636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1021463" y="5608156"/>
            <a:ext cx="10333300" cy="360735"/>
          </a:xfrm>
          <a:prstGeom prst="rect">
            <a:avLst/>
          </a:prstGeom>
          <a:ln>
            <a:solidFill/>
          </a:ln>
        </p:spPr>
        <p:txBody>
          <a:bodyPr anchor="ctr">
            <a:normAutofit/>
          </a:bodyPr>
          <a:lstStyle>
            <a:lvl1pPr marL="0" indent="0" algn="l">
              <a:buNone/>
              <a:defRPr sz="2000" cap="none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单击此处编辑母版副标题样式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074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395677"/>
            <a:ext cx="11029616" cy="566738"/>
          </a:xfrm>
          <a:prstGeom prst="rect">
            <a:avLst/>
          </a:prstGeom>
          <a:ln>
            <a:solidFill/>
          </a:ln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ln>
            <a:solid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pPr>
              <a:defRPr>
                <a:solidFill/>
              </a:defRPr>
            </a:pPr>
            <a:r>
              <a:rPr lang="zh-CN" altLang="en-US">
                <a:solidFill/>
              </a:rPr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3" y="4962417"/>
            <a:ext cx="11029617" cy="598671"/>
          </a:xfrm>
          <a:prstGeom prst="rect">
            <a:avLst/>
          </a:prstGeom>
          <a:ln>
            <a:solidFill/>
          </a:ln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79797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3376" y="2111829"/>
            <a:ext cx="10521388" cy="3379068"/>
          </a:xfrm>
          <a:prstGeom prst="rect">
            <a:avLst/>
          </a:prstGeom>
          <a:ln>
            <a:solidFill/>
          </a:ln>
        </p:spPr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84C251F1-1C9C-A640-9BF3-05FF6ECBF55F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227691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竖排标题与文本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>
            <a:extLst>
              <a:ext uri="{FF2B5EF4-FFF2-40B4-BE49-F238E27FC236}">
                <a16:creationId xmlns:a16="http://schemas.microsoft.com/office/drawing/2014/main" id="{5BC0A53C-150C-A541-93A8-A5B4C7EFDD96}"/>
              </a:ext>
            </a:extLst>
          </p:cNvPr>
          <p:cNvSpPr>
            <a:spLocks noChangeAspect="1"/>
          </p:cNvSpPr>
          <p:nvPr userDrawn="1"/>
        </p:nvSpPr>
        <p:spPr>
          <a:xfrm>
            <a:off x="8884030" y="675726"/>
            <a:ext cx="88976" cy="79183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1" name="Vertical Title 1">
            <a:extLst>
              <a:ext uri="{FF2B5EF4-FFF2-40B4-BE49-F238E27FC236}">
                <a16:creationId xmlns:a16="http://schemas.microsoft.com/office/drawing/2014/main" id="{9D3F700B-2D07-A448-9622-360F28D96C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69649" y="675726"/>
            <a:ext cx="1899496" cy="5183073"/>
          </a:xfrm>
          <a:prstGeom prst="rect">
            <a:avLst/>
          </a:prstGeom>
          <a:ln>
            <a:solidFill/>
          </a:ln>
        </p:spPr>
        <p:txBody>
          <a:bodyPr vert="eaVert" anchor="b"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12" name="Vertical Text Placeholder 2">
            <a:extLst>
              <a:ext uri="{FF2B5EF4-FFF2-40B4-BE49-F238E27FC236}">
                <a16:creationId xmlns:a16="http://schemas.microsoft.com/office/drawing/2014/main" id="{5F0B6C42-B8E7-1C45-A053-18F7FE5B2B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791611" cy="5183073"/>
          </a:xfrm>
          <a:prstGeom prst="rect">
            <a:avLst/>
          </a:prstGeom>
          <a:ln>
            <a:solidFill/>
          </a:ln>
        </p:spPr>
        <p:txBody>
          <a:bodyPr vert="eaVert" anchor="t"/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EC89D33-28DC-B746-AE7D-E6085CC305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EE1EF53-0E9B-E243-B4F1-B1C7F0BD2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3DA247-823F-034B-AEC0-494674B60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949448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0D046DC1-1C9C-644A-A409-E2EDBF93EECE}"/>
              </a:ext>
            </a:extLst>
          </p:cNvPr>
          <p:cNvSpPr/>
          <p:nvPr userDrawn="1"/>
        </p:nvSpPr>
        <p:spPr>
          <a:xfrm>
            <a:off x="586670" y="579706"/>
            <a:ext cx="82800" cy="896400"/>
          </a:xfrm>
          <a:prstGeom prst="rect">
            <a:avLst/>
          </a:prstGeom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23545" y="5597323"/>
            <a:ext cx="2523280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7235" y="5597323"/>
            <a:ext cx="6581641" cy="360799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51493" y="5597323"/>
            <a:ext cx="1203271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E5D95-FEF9-2F4C-B092-DCEAC172E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682546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>
            <a:normAutofit/>
          </a:bodyPr>
          <a:lstStyle/>
          <a:p>
            <a:pPr lvl="0"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kumimoji="1"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kumimoji="1"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kumimoji="1"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kumimoji="1" lang="zh-CN" altLang="en-US" dirty="0">
                <a:solidFill/>
              </a:rPr>
              <a:t>五级</a:t>
            </a:r>
          </a:p>
        </p:txBody>
      </p:sp>
      <p:sp>
        <p:nvSpPr>
          <p:cNvPr id="13" name="标题占位符 12">
            <a:extLst>
              <a:ext uri="{FF2B5EF4-FFF2-40B4-BE49-F238E27FC236}">
                <a16:creationId xmlns:a16="http://schemas.microsoft.com/office/drawing/2014/main" id="{02BE624C-83FF-8A45-88EE-30B741DC2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44104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4" r:id="rId3"/>
    <p:sldLayoutId id="2147483865" r:id="rId4"/>
    <p:sldLayoutId id="2147483866" r:id="rId5"/>
    <p:sldLayoutId id="2147483868" r:id="rId6"/>
    <p:sldLayoutId id="2147483870" r:id="rId7"/>
    <p:sldLayoutId id="2147483871" r:id="rId8"/>
    <p:sldLayoutId id="2147483872" r:id="rId9"/>
    <p:sldLayoutId id="2147483873" r:id="rId10"/>
    <p:sldLayoutId id="2147483874" r:id="rId11"/>
    <p:sldLayoutId id="2147483875" r:id="rId12"/>
  </p:sldLayoutIdLst>
  <p:txStyles>
    <p:titleStyle>
      <a:lvl1pPr algn="l" defTabSz="457189" rtl="0" eaLnBrk="1" latinLnBrk="0" hangingPunct="1">
        <a:spcBef>
          <a:spcPct val="0"/>
        </a:spcBef>
        <a:buNone/>
        <a:defRPr sz="2800" b="0" kern="1200" cap="none" baseline="0">
          <a:solidFill>
            <a:srgbClr val="004B83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5992" indent="-305992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29984" indent="-305992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899978" indent="-269993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1969" indent="-2339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1960" indent="-2339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899953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199945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38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930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LSTM-zhul/HUST-PPT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github.com/LSTM-zhul/HUST-PPT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9456EDC8-6865-C043-9F52-A5101097FB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3169" y="3819054"/>
            <a:ext cx="10265664" cy="1340999"/>
          </a:xfrm>
          <a:ln>
            <a:solidFill/>
          </a:ln>
        </p:spPr>
        <p:txBody>
          <a:bodyPr>
            <a:normAutofit/>
          </a:bodyPr>
          <a:lstStyle/>
          <a:p>
            <a:pPr>
              <a:defRPr>
                <a:solidFill/>
              </a:defRPr>
            </a:pPr>
            <a:r>
              <a:rPr lang="en-US" altLang="zh-CN" dirty="0" err="1">
                <a:solidFill/>
              </a:rPr>
              <a:t>zhu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东五楼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en-US" altLang="zh-CN" dirty="0">
                <a:solidFill/>
              </a:rPr>
              <a:t>2026</a:t>
            </a:r>
            <a:r>
              <a:rPr lang="zh-CN" altLang="en-US" dirty="0">
                <a:solidFill/>
              </a:rPr>
              <a:t>年</a:t>
            </a:r>
            <a:r>
              <a:rPr lang="en-US" altLang="zh-CN" dirty="0">
                <a:solidFill/>
              </a:rPr>
              <a:t>1</a:t>
            </a:r>
            <a:r>
              <a:rPr lang="zh-CN" altLang="en-US" dirty="0">
                <a:solidFill/>
              </a:rPr>
              <a:t>月</a:t>
            </a:r>
            <a:r>
              <a:rPr lang="en-US" altLang="zh-CN" dirty="0">
                <a:solidFill/>
              </a:rPr>
              <a:t>18</a:t>
            </a:r>
            <a:r>
              <a:rPr lang="zh-CN" altLang="en-US" dirty="0">
                <a:solidFill/>
              </a:rPr>
              <a:t>日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9F005E0-9377-9044-8967-57A416065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167" y="2023572"/>
            <a:ext cx="10265664" cy="1325563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华科简约主题</a:t>
            </a:r>
            <a:r>
              <a:rPr lang="en-US" altLang="zh-CN" dirty="0">
                <a:solidFill/>
              </a:rPr>
              <a:t>PPT</a:t>
            </a:r>
            <a:r>
              <a:rPr lang="zh-CN" altLang="en-US" dirty="0">
                <a:solidFill/>
              </a:rPr>
              <a:t>模板</a:t>
            </a:r>
            <a:br>
              <a:rPr lang="en-US" altLang="zh-CN" dirty="0"/>
            </a:br>
            <a:r>
              <a:rPr lang="zh-CN" altLang="en-US" dirty="0">
                <a:solidFill/>
              </a:rPr>
              <a:t>扁平风格 </a:t>
            </a:r>
            <a:r>
              <a:rPr lang="en-US" altLang="zh-CN" dirty="0">
                <a:solidFill/>
              </a:rPr>
              <a:t>16:9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7923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B3B5DF-DAF7-B946-AB06-11AE7FF11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1883" y="2118167"/>
            <a:ext cx="10178926" cy="3602477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这里可以写你的目录内容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一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二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三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BB6AA08-C32B-6F4E-8AB3-67AE085DA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1882" y="490438"/>
            <a:ext cx="10178925" cy="1351451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749231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7249299-B2E1-164B-9D28-7833904F88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682546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在</a:t>
            </a:r>
            <a:r>
              <a:rPr lang="en-US" altLang="zh-CN" dirty="0">
                <a:solidFill/>
              </a:rPr>
              <a:t>PowerPoint</a:t>
            </a:r>
            <a:r>
              <a:rPr lang="zh-CN" altLang="en-US" dirty="0">
                <a:solidFill/>
              </a:rPr>
              <a:t>的新建幻灯片的选项卡里，可以自己选择合适的页面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本华科主题模板实际上编辑了幻灯片母版，使图案和配色固定下来，使用时可类似于使用</a:t>
            </a:r>
            <a:r>
              <a:rPr lang="en-US" altLang="zh-CN" dirty="0">
                <a:solidFill/>
              </a:rPr>
              <a:t>office</a:t>
            </a:r>
            <a:r>
              <a:rPr lang="zh-CN" altLang="en-US" dirty="0">
                <a:solidFill/>
              </a:rPr>
              <a:t>自带模板一样不必为模板细节操心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如果需要定制，可自行编辑幻灯片母版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这个</a:t>
            </a:r>
            <a:r>
              <a:rPr lang="en-US" altLang="zh-CN" dirty="0">
                <a:solidFill/>
              </a:rPr>
              <a:t>PPT</a:t>
            </a:r>
            <a:r>
              <a:rPr lang="zh-CN" altLang="en-US" dirty="0">
                <a:solidFill/>
              </a:rPr>
              <a:t>模板来自：</a:t>
            </a:r>
            <a:r>
              <a:rPr lang="en-US" altLang="zh-CN" dirty="0">
                <a:solidFill/>
                <a:hlinkClick r:id="rId2"/>
              </a:rPr>
              <a:t>https://github.com/LSTM-zhul/HUST-PPT</a:t>
            </a:r>
            <a:endParaRPr lang="en-US" altLang="zh-CN" dirty="0"/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如果大家喜欢，欢迎给我</a:t>
            </a:r>
            <a:r>
              <a:rPr lang="en-US" altLang="zh-CN" dirty="0">
                <a:solidFill/>
              </a:rPr>
              <a:t>star</a:t>
            </a:r>
            <a:r>
              <a:rPr lang="zh-CN" altLang="en-US" dirty="0">
                <a:solidFill/>
              </a:rPr>
              <a:t>，也欢迎</a:t>
            </a:r>
            <a:r>
              <a:rPr lang="en-US" altLang="zh-CN" dirty="0">
                <a:solidFill/>
              </a:rPr>
              <a:t>PR</a:t>
            </a:r>
            <a:r>
              <a:rPr lang="zh-CN" altLang="en-US" dirty="0">
                <a:solidFill/>
              </a:rPr>
              <a:t>贡献更多变体！</a:t>
            </a:r>
            <a:endParaRPr lang="en-US" altLang="zh-CN" dirty="0"/>
          </a:p>
          <a:p>
            <a:pPr>
              <a:defRPr>
                <a:solidFill/>
              </a:defRPr>
            </a:pPr>
            <a:endParaRPr lang="en-US" altLang="zh-CN" dirty="0"/>
          </a:p>
          <a:p>
            <a:pPr>
              <a:defRPr>
                <a:solidFill/>
              </a:defRPr>
            </a:pP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4CCBE66-029B-1A42-8B93-5DED4C28F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使用方法</a:t>
            </a:r>
          </a:p>
        </p:txBody>
      </p:sp>
    </p:spTree>
    <p:extLst>
      <p:ext uri="{BB962C8B-B14F-4D97-AF65-F5344CB8AC3E}">
        <p14:creationId xmlns:p14="http://schemas.microsoft.com/office/powerpoint/2010/main" val="296989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4EBCB47-E079-8145-ACD0-A7E22DA14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7220" y="1840986"/>
            <a:ext cx="5087075" cy="53600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en-US" altLang="zh-CN">
                <a:solidFill/>
              </a:rPr>
              <a:t>Foo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A4184C-CC2D-694B-9F25-182F7D3C3C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195" y="2516146"/>
            <a:ext cx="5393100" cy="2934999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东五楼又迎来了一批在籍毕业生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大模型 智能体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一行不够，两行充数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更多页面款式供你选！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en-US" altLang="zh-CN" dirty="0">
                <a:solidFill/>
                <a:hlinkClick r:id="rId2"/>
              </a:rPr>
              <a:t>https://github.com/LSTM-zhul/HUST-PPT</a:t>
            </a:r>
            <a:endParaRPr lang="en-US" altLang="zh-CN" dirty="0"/>
          </a:p>
          <a:p>
            <a:pPr>
              <a:defRPr>
                <a:solidFill/>
              </a:defRPr>
            </a:pPr>
            <a:endParaRPr lang="zh-CN" altLang="en-US" dirty="0"/>
          </a:p>
          <a:p>
            <a:pPr>
              <a:defRPr>
                <a:solidFill/>
              </a:defRPr>
            </a:pPr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F4BA5D-7260-7C42-9521-BC1650AE8C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23737" y="1840986"/>
            <a:ext cx="5087073" cy="553373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en-US" altLang="zh-CN">
                <a:solidFill/>
              </a:rPr>
              <a:t>Bar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C24247E-BDFE-4545-BC58-B2351CD1E6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7710" y="2516146"/>
            <a:ext cx="5393100" cy="2934999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en" altLang="zh-CN" dirty="0">
                <a:solidFill/>
              </a:rPr>
              <a:t>Made by</a:t>
            </a:r>
            <a:r>
              <a:rPr lang="zh-CN" altLang="en-US" dirty="0">
                <a:solidFill/>
              </a:rPr>
              <a:t> </a:t>
            </a:r>
            <a:r>
              <a:rPr lang="en" altLang="zh-CN" dirty="0">
                <a:solidFill/>
              </a:rPr>
              <a:t>liang</a:t>
            </a:r>
            <a:r>
              <a:rPr lang="zh-CN" altLang="en-US" dirty="0">
                <a:solidFill/>
              </a:rPr>
              <a:t> </a:t>
            </a:r>
            <a:r>
              <a:rPr lang="en-US" altLang="zh-CN" dirty="0" err="1">
                <a:solidFill/>
              </a:rPr>
              <a:t>zhu</a:t>
            </a:r>
            <a:r>
              <a:rPr lang="zh-CN" altLang="en-US" dirty="0">
                <a:solidFill/>
              </a:rPr>
              <a:t> </a:t>
            </a:r>
            <a:r>
              <a:rPr lang="en" altLang="zh-CN" dirty="0">
                <a:solidFill/>
              </a:rPr>
              <a:t>from HUST </a:t>
            </a:r>
          </a:p>
          <a:p>
            <a:r>
              <a:rPr kumimoji="1" lang="en" altLang="zh-CN" dirty="0">
                <a:solidFill/>
              </a:rPr>
              <a:t>Heterogeneous</a:t>
            </a:r>
            <a:r>
              <a:rPr kumimoji="1" lang="zh-CN" altLang="en-US" dirty="0">
                <a:solidFill/>
              </a:rPr>
              <a:t> </a:t>
            </a:r>
            <a:r>
              <a:rPr kumimoji="1" lang="en-US" altLang="zh-CN" dirty="0">
                <a:solidFill/>
              </a:rPr>
              <a:t>multi-agents</a:t>
            </a:r>
            <a:endParaRPr kumimoji="1" lang="en" altLang="zh-CN" dirty="0">
              <a:solidFill/>
            </a:endParaRPr>
          </a:p>
          <a:p>
            <a:pPr>
              <a:defRPr>
                <a:solidFill/>
              </a:defRPr>
            </a:pPr>
            <a:r>
              <a:rPr lang="en-US" altLang="zh-CN" dirty="0" err="1">
                <a:solidFill/>
              </a:rPr>
              <a:t>zhul</a:t>
            </a:r>
            <a:r>
              <a:rPr lang="zh-CN" altLang="en-US" dirty="0">
                <a:solidFill/>
              </a:rPr>
              <a:t>做了一个清净的主题模板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" dirty="0">
                <a:solidFill/>
              </a:rPr>
              <a:t>欢迎大家</a:t>
            </a:r>
            <a:r>
              <a:rPr lang="zh-CN" altLang="en-US" dirty="0">
                <a:solidFill/>
              </a:rPr>
              <a:t>广而传播使用！</a:t>
            </a:r>
            <a:endParaRPr lang="en" altLang="zh-CN" dirty="0"/>
          </a:p>
          <a:p>
            <a:pPr>
              <a:defRPr>
                <a:solidFill/>
              </a:defRPr>
            </a:pPr>
            <a:r>
              <a:rPr lang="zh-CN" altLang="en" dirty="0">
                <a:solidFill/>
              </a:rPr>
              <a:t>链接</a:t>
            </a:r>
            <a:r>
              <a:rPr lang="zh-CN" altLang="en-US" dirty="0">
                <a:solidFill/>
              </a:rPr>
              <a:t>点开之后颜色会有变化（欢迎</a:t>
            </a:r>
            <a:r>
              <a:rPr lang="en-US" altLang="zh-CN" dirty="0">
                <a:solidFill/>
              </a:rPr>
              <a:t>star</a:t>
            </a:r>
            <a:r>
              <a:rPr lang="zh-CN" altLang="en-US" dirty="0">
                <a:solidFill/>
              </a:rPr>
              <a:t>）</a:t>
            </a:r>
            <a:endParaRPr lang="en-US" altLang="zh-CN" dirty="0"/>
          </a:p>
          <a:p>
            <a:pPr>
              <a:defRPr>
                <a:solidFill/>
              </a:defRPr>
            </a:pPr>
            <a:endParaRPr lang="zh-CN" altLang="en-US" dirty="0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749DA121-AAE1-8447-8DF5-6C89DB3D3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紫菘舍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32222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D0B13F-42D2-8A44-A2CA-732B1A987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4395677"/>
            <a:ext cx="11029616" cy="566738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可以使用的页面如上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BCEC49-30FC-484A-B809-CD53E899BE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81193" y="4962417"/>
            <a:ext cx="11029617" cy="598671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本页空白比较大，可以放图等内容</a:t>
            </a:r>
          </a:p>
        </p:txBody>
      </p:sp>
    </p:spTree>
    <p:extLst>
      <p:ext uri="{BB962C8B-B14F-4D97-AF65-F5344CB8AC3E}">
        <p14:creationId xmlns:p14="http://schemas.microsoft.com/office/powerpoint/2010/main" val="1342211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AC9CF303-7D57-D44C-9067-E10B97FFEE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3169" y="3830629"/>
            <a:ext cx="10265664" cy="1340999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我们需要进入一些</a:t>
            </a:r>
            <a:r>
              <a:rPr lang="en-US" altLang="zh-CN" dirty="0">
                <a:solidFill/>
              </a:rPr>
              <a:t>details</a:t>
            </a:r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B1C3EC9-98F6-1540-AB0B-5EF8D14C6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169" y="1909598"/>
            <a:ext cx="10265664" cy="1556843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下一个章节</a:t>
            </a:r>
          </a:p>
        </p:txBody>
      </p:sp>
    </p:spTree>
    <p:extLst>
      <p:ext uri="{BB962C8B-B14F-4D97-AF65-F5344CB8AC3E}">
        <p14:creationId xmlns:p14="http://schemas.microsoft.com/office/powerpoint/2010/main" val="1319397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A7923B3-0709-A549-A2A2-ED468AB684A6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lang="zh-CN" altLang="en-US"/>
          </a:p>
        </p:txBody>
      </p:sp>
      <p:sp>
        <p:nvSpPr>
          <p:cNvPr id="17" name="标题 16">
            <a:extLst>
              <a:ext uri="{FF2B5EF4-FFF2-40B4-BE49-F238E27FC236}">
                <a16:creationId xmlns:a16="http://schemas.microsoft.com/office/drawing/2014/main" id="{1453682D-DEA1-0F46-B201-09CFEDDAC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463" y="4913486"/>
            <a:ext cx="10333301" cy="609039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标题在下方</a:t>
            </a:r>
          </a:p>
        </p:txBody>
      </p:sp>
      <p:sp>
        <p:nvSpPr>
          <p:cNvPr id="19" name="副标题 18">
            <a:extLst>
              <a:ext uri="{FF2B5EF4-FFF2-40B4-BE49-F238E27FC236}">
                <a16:creationId xmlns:a16="http://schemas.microsoft.com/office/drawing/2014/main" id="{BE1777BD-8335-DF44-B998-63886A6300C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1021463" y="5608156"/>
            <a:ext cx="10333300" cy="360735"/>
          </a:xfrm>
          <a:ln>
            <a:solidFill/>
          </a:ln>
        </p:spPr>
        <p:txBody>
          <a:bodyPr>
            <a:normAutofit fontScale="92500" lnSpcReduction="10000"/>
          </a:bodyPr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这是一个不同的设计</a:t>
            </a:r>
          </a:p>
        </p:txBody>
      </p:sp>
    </p:spTree>
    <p:extLst>
      <p:ext uri="{BB962C8B-B14F-4D97-AF65-F5344CB8AC3E}">
        <p14:creationId xmlns:p14="http://schemas.microsoft.com/office/powerpoint/2010/main" val="851695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31E0E24-E099-8B4F-8CA2-04B828D790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69649" y="675726"/>
            <a:ext cx="1899496" cy="5183073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竖排文本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B2F21B7-6DD4-2240-86E2-0461F60906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791611" cy="5183073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这里还可以写一些竖排文本，效果大概是这样的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异构多智能体协同</a:t>
            </a:r>
          </a:p>
        </p:txBody>
      </p:sp>
    </p:spTree>
    <p:extLst>
      <p:ext uri="{BB962C8B-B14F-4D97-AF65-F5344CB8AC3E}">
        <p14:creationId xmlns:p14="http://schemas.microsoft.com/office/powerpoint/2010/main" val="2325070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0486DF19-DC1B-514A-8C02-64E0ECCD2C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3169" y="3819054"/>
            <a:ext cx="10265664" cy="1340999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en-US" altLang="zh-CN" dirty="0" err="1">
                <a:solidFill/>
              </a:rPr>
              <a:t>zhu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en-US" altLang="zh-CN" dirty="0">
                <a:solidFill/>
              </a:rPr>
              <a:t>9999</a:t>
            </a:r>
            <a:r>
              <a:rPr lang="zh-CN" altLang="en-US" dirty="0">
                <a:solidFill/>
              </a:rPr>
              <a:t>年</a:t>
            </a:r>
            <a:r>
              <a:rPr lang="en-US" altLang="zh-CN" dirty="0">
                <a:solidFill/>
              </a:rPr>
              <a:t>13</a:t>
            </a:r>
            <a:r>
              <a:rPr lang="zh-CN" altLang="en-US" dirty="0">
                <a:solidFill/>
              </a:rPr>
              <a:t>月</a:t>
            </a:r>
            <a:r>
              <a:rPr lang="en-US" altLang="zh-CN" dirty="0">
                <a:solidFill/>
              </a:rPr>
              <a:t>32</a:t>
            </a:r>
            <a:r>
              <a:rPr lang="zh-CN" altLang="en-US" dirty="0">
                <a:solidFill/>
              </a:rPr>
              <a:t>日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D8A6FF1-38C6-BF40-AA54-FC2C1268C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167" y="2023572"/>
            <a:ext cx="10265664" cy="1325563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感谢使用和支持！</a:t>
            </a:r>
          </a:p>
        </p:txBody>
      </p:sp>
    </p:spTree>
    <p:extLst>
      <p:ext uri="{BB962C8B-B14F-4D97-AF65-F5344CB8AC3E}">
        <p14:creationId xmlns:p14="http://schemas.microsoft.com/office/powerpoint/2010/main" val="1433308298"/>
      </p:ext>
    </p:extLst>
  </p:cSld>
  <p:clrMapOvr>
    <a:masterClrMapping/>
  </p:clrMapOvr>
</p:sld>
</file>

<file path=ppt/theme/theme1.xml><?xml version="1.0" encoding="utf-8"?>
<a:theme xmlns:a="http://schemas.openxmlformats.org/drawingml/2006/main" name="清华简约主题-扁平-16:9">
  <a:themeElements>
    <a:clrScheme name="自定义 2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004B83"/>
      </a:accent1>
      <a:accent2>
        <a:srgbClr val="004B83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007698"/>
      </a:hlink>
      <a:folHlink>
        <a:srgbClr val="43064C"/>
      </a:folHlink>
    </a:clrScheme>
    <a:fontScheme name="红利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红利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5D8C9649-FBE1-4B5B-8258-8A170F9843A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5168</TotalTime>
  <Words>270</Words>
  <Application>Microsoft Macintosh PowerPoint</Application>
  <PresentationFormat>宽屏</PresentationFormat>
  <Paragraphs>41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Gill Sans MT</vt:lpstr>
      <vt:lpstr>Wingdings 2</vt:lpstr>
      <vt:lpstr>清华简约主题-扁平-16:9</vt:lpstr>
      <vt:lpstr>华科简约主题PPT模板 扁平风格 16:9</vt:lpstr>
      <vt:lpstr>目录</vt:lpstr>
      <vt:lpstr>使用方法</vt:lpstr>
      <vt:lpstr>紫菘舍</vt:lpstr>
      <vt:lpstr>可以使用的页面如上</vt:lpstr>
      <vt:lpstr>下一个章节</vt:lpstr>
      <vt:lpstr>标题在下方</vt:lpstr>
      <vt:lpstr>竖排文本</vt:lpstr>
      <vt:lpstr>感谢使用和支持！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朱亮</dc:creator>
  <cp:lastModifiedBy>亮 朱</cp:lastModifiedBy>
  <cp:revision>1330</cp:revision>
  <cp:lastPrinted>2020-04-04T02:50:47Z</cp:lastPrinted>
  <dcterms:created xsi:type="dcterms:W3CDTF">2020-01-04T07:43:38Z</dcterms:created>
  <dcterms:modified xsi:type="dcterms:W3CDTF">2026-01-18T03:30:47Z</dcterms:modified>
</cp:coreProperties>
</file>